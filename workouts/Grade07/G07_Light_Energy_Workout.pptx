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up front: every question is drawn only from these lessons. Nothing outside this syllabus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'Laws of reflection'.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Q1.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'Plane-mirror image'.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Q2.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'Regular vs diffuse'.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Q3.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'Primary &amp; secondary colours'.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Q4. Award up to 4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Subjective practice on 'Subtraction of colours'. Give students time to write a full answer, then reveal the model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 for Q5. Award up to 3 marks; accept equivalent correct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LIGHT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Light Energy — Workout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Practice covering Light Energy Lessons 1 &amp;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WORKOUT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What This Workout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Syllabus for this practice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Light Energy 1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Reflection of light, plane mirror, terms, laws of reflection and their verification, normal incidence, image formation by a plane mirror.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Light Energy 2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Real &amp; virtual images, lateral inversion, characteristics of the image, regular &amp; irregular reflection, uses of plane mirrors, speed of light, primary &amp; secondary colours, subtraction of colours.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Multiple-Choice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— choose the single best option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Multiple-Choice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20 questions  •  think before the answer reveals on the next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Laws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of light is incident on a plane mirror making an angle of 30° with the mirror surface. The angle of reflection (measured from the normal)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Q1 - Laws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of light is incident on a plane mirror making an angle of 30° with the mirror surface. The angle of reflection (measured from the normal)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60°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Angle of incidence = 90° − 30° = 60°; by the first law the angle of reflection equals it, so 60°.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Rotation of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Keeping the incident ray fixed, a plane mirror is rotated through 10°. The reflected ray turns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Q2 - Rotation of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Keeping the incident ray fixed, a plane mirror is rotated through 10°. The reflected ray turns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20°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When a mirror is rotated by an angle, the reflected ray turns through twice that angle: 2 × 10° = 20°.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Two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of light reflects off two plane mirrors fixed at 90° to each other. The final emergent ray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perpendicular to the incident 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45° to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and in the same direction as the incident ray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but opposite in direction to the incident ray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Q3 - Two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of light reflects off two plane mirrors fixed at 90° to each other. The final emergent ray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perpendicular to the incident 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45° to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and in the same direction as the incident ray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parallel but opposite in direction to the incident ray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Two reflections from mirrors at 90° reverse the ray's direction (total deviation 180°), so it emerges antiparallel.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Image in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object moves towards a plane mirror at 2 m/s. The image approaches the object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m/s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Q4 - Image in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An object moves towards a plane mirror at 2 m/s. The image approaches the object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 m/s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m/s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m/s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image moves toward the mirror at 2 m/s, so relative to the object it closes in at 2 + 2 = 4 m/s.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Image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boy stands 1.5 m in front of a plane mirror. The distance between the boy and his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1.5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6.0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3.0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0.75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Q5 - Image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boy stands 1.5 m in front of a plane mirror. The distance between the boy and his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1.5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6.0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3.0 m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0.75 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image is 1.5 m behind the mirror, so boy-to-image = 1.5 + 1.5 = 3.0 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Two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plane mirrors are placed at 60° to each other. The number of images of an object placed between them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Q6 - Two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Two plane mirrors are placed at 60° to each other. The number of images of an object placed between them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Number of images = (360/θ) − 1 = (360/60) − 1 = 5.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Lateral inversion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Written normally and held up to a plane mirror, which word appears unchanged?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AMBULANCE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TOMATO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BOOK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Q7 - Lateral inversion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Written normally and held up to a plane mirror, which word appears unchanged?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AMBULANCE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MOM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TOMATO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MOM is a palindrome of vertically symmetric letters, so its left–right reversed mirror image looks identical.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Virtual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statement about a plane-mirror image is correct?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always smaller than the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virtual and formed where reflected rays appear to meet behind the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real and can be caught on a screen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virtual and formed by rays actually meeting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Q8 - Virtual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statement about a plane-mirror image is correct?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always smaller than the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It is virtual and formed where reflected rays appear to meet behind the mirror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real and can be caught on a screen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virtual and formed by rays actually meeting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Reflected rays diverge and only appear to meet behind the mirror, so the image is virtual.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Diffuse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You can see your face in polished steel but not in a sheet of paper, though both reflect light, because paper gives: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regular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diffuse (irregular) reflection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total absorption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Q9 - Diffuse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You can see your face in polished steel but not in a sheet of paper, though both reflect light, because paper gives: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regular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diffuse (irregular) reflection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total absorption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rough surface scatters parallel rays in all directions (diffuse reflection), so no clear image forms.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Periscope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simple periscope, each plane mirror is fixed at an angle of ___ to the path of 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Q10 - Periscope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simple periscope, each plane mirror is fixed at an angle of ___ to the path of 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45°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Each mirror at 45° turns the light through 90°, so two of them let you see over an obstacle.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Speed of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Light takes about 8 minutes to reach Earth from the Sun. Taking c = 3×10⁸ m/s, the Sun–Earth distance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3×10⁸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1.44×10¹¹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2.4×10⁹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1.8×10¹⁰ 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Q11 - Speed of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Light takes about 8 minutes to reach Earth from the Sun. Taking c = 3×10⁸ m/s, the Sun–Earth distance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3×10⁸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1.44×10¹¹ m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2.4×10⁹ 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1.8×10¹⁰ 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Distance = speed × time = 3×10⁸ × (8 × 60) = 1.44×10¹¹ 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Colours of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red and green lights of equal brightness overlap on a white screen, the colour seen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Yellow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Magenta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Cyan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Q12 - Colours of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red and green lights of equal brightness overlap on a white screen, the colour seen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Yellow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Magenta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Cyan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Red + Green = Yellow, a secondary colour of light.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Secondary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Magenta light is produced by adding: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 and blue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blue and yellow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 and blue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 and green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Q13 - Secondary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Magenta light is produced by adding: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 and blue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blue and yellow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red and blue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 and green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Magenta = Red + Blue.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White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Red, green and blue spotlights overlap on a white screen. The overlap region appears: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yellow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black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Q14 - White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Red, green and blue spotlights overlap on a white screen. The overlap region appears: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yellow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three primary colours of light add together to give white.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Subtraction of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blue object is viewed in pure red light. It appears: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black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Q15 - Subtraction of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blue object is viewed in pure red light. It appears: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black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blue object reflects only blue and absorbs red; with no blue light to reflect, it looks black.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Colour filters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White light passes through a blue filter and then a yellow filter, one behind the other. The light emerging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practically no light (black)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Q16 - Colour filters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White light passes through a blue filter and then a yellow filter, one behind the other. The light emerging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practically no light (black)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blue filter passes only blue; the yellow filter absorbs blue, so almost no light gets through.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Colour of objects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green leaf looks green in white light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gives out green light of its 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reflects green and absorbs the other colours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absorbs green and reflects the 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scatters all colours equally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Q17 - Colour of objects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green leaf looks green in white light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gives out green light of its 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reflects green and absorbs the other colours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absorbs green and reflects the 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scatters all colours equally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object's colour is the colour it reflects; the leaf reflects green and absorbs the others.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Image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4 cm tall candle is placed 10 cm from a plane mirror. The height of the image and its distance from the mirror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cm, 10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cm, 20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cm, 10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 cm, 10 cm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Q18 - Image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4 cm tall candle is placed 10 cm from a plane mirror. The height of the image and its distance from the mirror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cm, 10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cm, 20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4 cm, 10 cm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 cm, 10 cm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plane-mirror image is the same size (4 cm) and as far behind as the object is in front (10 cm).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Normal incidence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of light falls along the normal on a plane mirror. The angle between the incident and reflected rays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180°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Q19 - Normal incidence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ray of light falls along the normal on a plane mirror. The angle between the incident and reflected rays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180°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45°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At normal incidence the ray retraces its path, so the incident and reflected rays are opposite — 180° apart.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Uses of plane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kaleidoscope produces multiple symmetrical patterns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or three plane mirrors set at an angle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single convex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glass prism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concave mirror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Q20 - Uses of plane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kaleidoscope produces multiple symmetrical patterns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two or three plane mirrors set at an angle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single convex lens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glass prism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concave mirror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Plane mirrors inclined at an angle give many images arranged in symmetric patterns.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Subjective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long-answer questions — write full answers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Subjective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Laws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State the two laws of reflection of light. A ray strikes a plane mirror at an angle of incidence of 35°. Find (i) the angle of reflection and (ii) the angle between the incident and reflected rays.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Q1 — Laws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State the two laws of reflection of light. A ray strikes a plane mirror at an angle of incidence of 35°. Find (i) the angle of reflection and (ii) the angle between the incident and reflected rays.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1: the angle of incidence equals the angle of reflection.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2: the incident ray, the reflected ray and the normal at the point of incidence all lie in the same plane.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(i) Angle of reflection = 35°. (ii) Angle between incident and reflected rays = 35° + 35° = 70°.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Plane-mirror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List four characteristics of the image formed by a plane mirror. Why can this image never be obtained on a screen?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Q2 — Plane-mirror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List four characteristics of the image formed by a plane mirror. Why can this image never be obtained on a screen?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virtual, erect, the same size as the object and laterally inverted.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formed as far behind the mirror as the object is in front.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cannot be caught on a screen because the reflected rays only appear to meet behind the mirror — they do not actually meet, so the image is virtual.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Regular vs diffuse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Distinguish between regular and irregular (diffuse) reflection. Why is the printed page of a book visible from every part of a room?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Q3 — Regular vs diffuse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Distinguish between regular and irregular (diffuse) reflection. Why is the printed page of a book visible from every part of a room?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Regular reflection: from a smooth, polished surface, parallel rays are reflected parallel and a clear image forms.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Irregular (diffuse) reflection: from a rough surface, parallel rays are scattered in many directions and no image forms.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book page is rough, so it reflects light diffusely in all directions and is seen from everywhere in the room.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Primary &amp; secondary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Name the three primary colours of light. What is a secondary colour? Write the three secondary colours with the primaries that form them, and state what all three primaries together give.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[ 4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Q4 — Primary &amp; secondary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Name the three primary colours of light. What is a secondary colour? Write the three secondary colours with the primaries that form them, and state what all three primaries together give.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Primary colours of light: red, green and blue.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secondary colour is obtained by mixing two primary colours.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Yellow = red + green; cyan = green + blue; magenta = red + blue.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All three primaries together give white light.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4801A"/>
                </a:solidFill>
                <a:latin typeface="Arial"/>
              </a:rPr>
              <a:t>SUBJECTIVE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Subtraction of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8813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498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1D2433"/>
                </a:solidFill>
                <a:latin typeface="Calibri"/>
              </a:rPr>
              <a:t>Explain why a red flower appears red in daylight but black when seen in blue 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4617720"/>
            <a:ext cx="1737360" cy="502920"/>
          </a:xfrm>
          <a:prstGeom prst="roundRect">
            <a:avLst>
              <a:gd name="adj" fmla="val 4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6177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[ 3 marks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Attempt this in your notebook before the answer reveals.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37744" cy="2377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02336"/>
            <a:ext cx="9509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MODEL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D2433"/>
                </a:solidFill>
                <a:latin typeface="Calibri"/>
              </a:rPr>
              <a:t>Q5 — Subtraction of colours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 i="0">
                <a:solidFill>
                  <a:srgbClr val="2A9D8F"/>
                </a:solidFill>
                <a:latin typeface="Calibri"/>
              </a:rPr>
              <a:t>Q.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Explain why a red flower appears red in daylight but black when seen in blue 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1088136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149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opaque object shows the colour it reflects and absorbs the rest.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white daylight the flower reflects red and absorbs the other colours, so it looks red.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blue light there is no red to reflect; the flower absorbs the blue and reflects nothing, so it appears black.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Well Practised!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Revise the laws of reflection, plane-mirror image characteristics, and the addition &amp; subtraction of colours.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