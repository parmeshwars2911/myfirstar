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scope up front: every question is drawn only from these lessons. Nothing outside this syllabus 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'Law of magnetism &amp; sure test'.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Q1. Award up to 3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'Electromagnet'.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Q2. Award up to 4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'Electric bell'.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Q3. Award up to 3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'Sources &amp; circuit'.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Q4. Award up to 4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'Series vs parallel'.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Q5. Award up to 4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ELECTRICITY AND MAGNETISM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Electricity &amp; Magnetism — Workout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Practice covering Electricity &amp; Magnetism Lessons 1, 2 &amp;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WORKOUT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What This Workout Covers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Syllabus for this practice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Electricity &amp; Magnetism 1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Law of magnetism, repulsion as the sure test, magnetic field, electromagnet and its uses.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Electricity &amp; Magnetism 2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Electric bell, magnetic declination, sources of electricity, dry cells in a torch, flow in a circuit, conductors &amp; insulators.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Electricity &amp; Magnetism 3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Charges as current, circuit symbols &amp; functions, series &amp; parallel circuits, safety precautions.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Multiple-Choice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20 questions — choose the single best option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Multiple-Choice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20 questions  •  think before the answer reveals on the next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Q1 - Law of magnetism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Two suspended magnets are brought close and they push apart. The two poles facing each other are: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unlike poles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neutral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one magnetic and one not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like poles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Q1 - Law of magnetism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Two suspended magnets are brought close and they push apart. The two poles facing each other are: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unlike poles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neutral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one magnetic and one not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like poles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Repulsion happens only between like poles.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Q2 - Sure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steel bar attracts both ends of a compass needle but never repels either end. The bar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piece of unmagnetised iron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plastic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copper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magnet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Q2 - Sure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steel bar attracts both ends of a compass needle but never repels either end. The bar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piece of unmagnetised iron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plastic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copper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magnet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Only attraction (no repulsion) means it is unmagnetised iron — repulsion is the sure test of a magnet.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Q3 - Magnetic field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magnetic field of a bar magnet is strongest: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the centre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far from the magnet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near the two poles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along the normal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Q3 - Magnetic field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magnetic field of a bar magnet is strongest: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the centre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far from the magnet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near the two poles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along the normal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field (and the field lines) are most crowded near the poles.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Q4 - Electromagnet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polarity (N/S) of an electromagnet can be reversed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using more turns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reversing the direction of the current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removing the 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heating 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Q4 - Electromagnet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polarity (N/S) of an electromagnet can be reversed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using more turns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reversing the direction of the current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removing the core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heating 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direction of the current decides the poles, so reversing it swaps N and 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Q5 - Electromagnet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change will make an electromagnet weaker?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winding the coil tightly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using an air core instead of a soft-iron 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increasing the number of turns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increasing the current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Q5 - Electromagnet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change will make an electromagnet weaker?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winding the coil tightly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using an air core instead of a soft-iron core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increasing the number of turns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increasing the current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soft-iron core greatly strengthens the magnet; replacing it with air makes it much weaker.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Q6 - Electromagnet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electromagnet is called a temporary magnet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loses its magnetism when the current stops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small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cannot lift iron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weak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Q6 - Electromagnet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electromagnet is called a temporary magnet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loses its magnetism when the current stops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small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cannot lift iron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weak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It is magnetic only while current flows and loses magnetism when switched off.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Q7 - Uses of electromagnets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device does NOT use an electromagnet?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permanent fridge magnet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 electric bell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scrapyard crane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loudspeaker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Q7 - Uses of electromagnets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device does NOT use an electromagnet?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permanent fridge magnet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 electric bell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scrapyard crane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loudspeaker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fridge magnet is a permanent magnet, not an electromagnet.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Q8 - Electric bell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an electric bell, the soft-iron piece that is attracted by the electromagnet is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armature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gong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cell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contact screw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Q8 - Electric bell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an electric bell, the soft-iron piece that is attracted by the electromagnet is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armature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gong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cell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contact screw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electromagnet attracts the soft-iron armature, which carries the hammer.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Q9 - Declination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freely suspended magnetic needle does not point to the exact geographic north. This shows the geographic and magnetic norths are: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always 90° apart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slightly different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exactly opposite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same point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Q9 - Declination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freely suspended magnetic needle does not point to the exact geographic north. This shows the geographic and magnetic norths are: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always 90° apart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slightly different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exactly opposite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same point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small angle between them (the declination) shows the two norths are at slightly different positions.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Q10 - Sources of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 following converts chemical energy directly into electrical energy?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solar cell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dynamo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generator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 electric cell (battery)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Q10 - Sources of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 following converts chemical energy directly into electrical energy?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solar cell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dynamo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generator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an electric cell (battery)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cell uses chemical reactions to produce electricity.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Q11 - Sources of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solar cell is a source of electricity that uses: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chemical reactions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magnetism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light energy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Q11 - Sources of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solar cell is a source of electricity that uses: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chemical reactions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magnetism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light energy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solar cell converts light energy into electrical energy.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Q12 - Cells in series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Three 1.5 V cells are joined in series in a torch. The total voltage driving the current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0.5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4.5 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3.0 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1.5 V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Q12 - Cells in series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Three 1.5 V cells are joined in series in a torch. The total voltage driving the current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0.5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4.5 V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3.0 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1.5 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Voltages of cells in series add: 1.5 × 3 = 4.5 V.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Q13 - Circuit 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a torch circuit, the part that offers resistance and gives out light and heat is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switch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copper connecting wire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bulb filament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cell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Q13 - Circuit 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a torch circuit, the part that offers resistance and gives out light and heat is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switch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copper connecting wire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bulb filament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cell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thin filament resists the current and glows, giving light and heat.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Q14 - Conductors &amp; insulators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plastic coating around an electric wire is used because plastic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good conductor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good insulator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source of 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magnet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Q14 - Conductors &amp; insulators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plastic coating around an electric wire is used because plastic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good conductor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good insulator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source of current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magnet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Plastic is an insulator, so the coating prevents shocks and short circuits.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Q15 - Electric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greater the number of charges passing a point in the circuit each second, the greater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length of wire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insulation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resistance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current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Q15 - Electric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greater the number of charges passing a point in the circuit each second, the greater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length of wire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insulation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resistance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current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Current is the rate of flow of charge, so more charge per second means a larger current.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Q16 - Circuit symbols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a circuit diagram, a small gap bridged by a movable lever represents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switch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resistor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cell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bulb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Q16 - Circuit symbols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a circuit diagram, a small gap bridged by a movable lever represents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switch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resistor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cell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bulb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switch is drawn as a gap that a lever can close or open.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Q17 - Series &amp; parallel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which arrangement is the current the same through every component?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 open circuit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parallel circuit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short circuit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series circuit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Q17 - Series &amp; parallel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which arrangement is the current the same through every component?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 open circuit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parallel circuit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short circuit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series circuit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In a series circuit there is only one path, so the same current flows through every component.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Q18 - Series &amp; parallel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Two bulbs are connected so that removing one still leaves the other glowing. They are connected in: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series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short circuit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parallel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single loop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Q18 - Series &amp; parallel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Two bulbs are connected so that removing one still leaves the other glowing. They are connected in: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series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short circuit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parallel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single loop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In parallel each bulb has its own branch, so one keeps working if the other is removed.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Q19 - Series &amp; parallel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string of decorative lights all go out when a single bulb fails. The bulbs are wired in: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two separate circuits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parallel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series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magnetic loop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Q19 - Series &amp; parallel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string of decorative lights all go out when a single bulb fails. The bulbs are wired in: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two separate circuits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parallel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series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magnetic loop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In series one broken bulb breaks the only path, so all the lights go out.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Q20 - Precautions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Before connecting a new cell into a circuit, you should make sure the switch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removed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closed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open (off)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wet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Q20 - Precautions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Before connecting a new cell into a circuit, you should make sure the switch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removed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closed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open (off)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Making connections with the switch off (open) is a safety precaution before switching on.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Subjective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long-answer questions — write full answers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Subjective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 — Law of magnetism &amp; sure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State the law of magnetism. Why is repulsion, and not attraction, taken as the sure test of magnetism?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[ 3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 — Law of magnetism &amp; sure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State the law of magnetism. Why is repulsion, and not attraction, taken as the sure test of magnetism?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Law of magnetism: like poles repel and unlike poles attract.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magnet attracts both an unmagnetised iron piece and the opposite pole of another magnet, so attraction alone cannot prove magnetism.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Only a true magnet repels the like pole of another magnet, so repulsion is the sure test.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 — Electromagnet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What is an electromagnet? State three ways to increase its strength and give two uses.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[ 4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 — Electromagnet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What is an electromagnet? State three ways to increase its strength and give two uses.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An electromagnet is a temporary magnet made by passing current through an insulated coil wound on a soft-iron core; it is magnetic only while current flows.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Strength is increased by: increasing the current; increasing the number of turns; and using a soft-iron core.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Uses: electric bells and cranes for lifting iron/scrap (also loudspeakers, telephones, separating magnetic materials).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Q3 — Electric bell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With reference to an electric bell, name the part that becomes an electromagnet and explain why the hammer strikes the gong again and again.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[ 3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Q3 — Electric bell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With reference to an electric bell, name the part that becomes an electromagnet and explain why the hammer strikes the gong again and again.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When current flows, the coil on the soft-iron core becomes an electromagnet and attracts the soft-iron armature, so the hammer hits the gong.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movement breaks the circuit at the contact screw, the electromagnet loses its magnetism and a spring pulls the armature back, closing the circuit again.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making and breaking repeats rapidly, so the hammer strikes the gong continuously.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Q4 — Sources &amp; circuit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Name two sources of electricity and the energy each converts. What is a closed circuit, and why must a circuit be closed for a bulb to glow?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[ 4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Q4 — Sources &amp; circuit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Name two sources of electricity and the energy each converts. What is a closed circuit, and why must a circuit be closed for a bulb to glow?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An electric cell converts chemical energy into electrical energy; a solar cell converts light energy (a generator converts mechanical energy).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closed circuit is an unbroken conducting path from one terminal of the cell, through the components, back to the other terminal.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Current can flow only round a complete path, so the bulb glows only when the circuit is closed; if it is broken (open), no current flows and the bulb stays off.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A4C93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Q5 — Series vs parallel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Distinguish between a series and a parallel circuit. Why are the cells of a torch joined in series, and why are household appliances joined in parallel?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[ 4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Q5 — Series vs parallel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Distinguish between a series and a parallel circuit. Why are the cells of a torch joined in series, and why are household appliances joined in parallel?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Series: components are joined one after another in a single loop; the same current flows through all, and if one breaks the whole circuit stops.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Parallel: each component is on its own branch, gets the full voltage and works independently.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Cells in series add their voltages, giving a larger voltage to light the torch bulb brightly.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Appliances in parallel each get the full mains voltage and can be switched on or off independently; if one fails the others keep working.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Well Practised!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Revise the sure test of magnetism, the electric bell, and the difference between series and parallel circuits.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