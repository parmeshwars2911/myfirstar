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scope up front: every question is drawn only from these lessons. Nothing outside this syllabus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'Production &amp; medium'.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Q1. Award up to 3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'Wave terms'.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Q2. Award up to 4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'Audible range'.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Q3. Award up to 3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'Characteristics'.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Q4. Award up to 4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'Echo'.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Q5. Award up to 3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Sound — Workout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Practice covering Sound Lessons 1 &amp;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WORKOUT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What This Workout Covers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Syllabus for this practice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Sound 1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Production of sound by vibrations, sources of sound, the need for a medium, longitudinal waves in air.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Sound 2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Wave terms, audible/ultrasonic/infrasonic sound, characteristics of sound, speed of sound, reflection &amp; absorption of sound.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Multiple-Choice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20 questions — choose the single best option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Multiple-Choice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20 questions  •  think before the answer reveals on the next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Q1 - Production of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stretched rubber band twangs when plucked. The sound stops as soon as the band stops: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glowing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moving forward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vibrating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stretching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Q1 - Production of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stretched rubber band twangs when plucked. The sound stops as soon as the band stops: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glowing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moving forward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vibrating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stretching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Sound is produced by a vibrating body; when the vibration stops, the sound stops.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Q2 - Medium for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astronaut on the Moon cannot hear his companion speak directly because the Moon has: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very low 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too much gravity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air (no material medium) to carry sound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strong magnetism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Q2 - Medium for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astronaut on the Moon cannot hear his companion speak directly because the Moon has: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very low 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too much gravity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no air (no material medium) to carry sound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strong magnetism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Sound needs a material medium; the Moon has practically no air, so sound cannot travel.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Q3 - Speed in media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Sound travels fastest through: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vacuum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steel (a solid)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Q3 - Speed in media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Sound travels fastest through: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vacuum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steel (a solid)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Particles are closest in solids, so sound travels fastest in solids such as steel.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Q4 - Longitudinal waves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air, a sound wave travels as a series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still particles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compressions and rarefactions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crests and troughs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colours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Q4 - Longitudinal waves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air, a sound wave travels as a series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still particles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compressions and rarefactions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crests and troughs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colours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Sound in air is a longitudinal wave of compressions and rarefactions.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Q5 - Wave relation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sound wave of frequency 170 Hz travels at 340 m/s. Its wavelength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510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0.5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57800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Q5 - Wave relation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sound wave of frequency 170 Hz travels at 340 m/s. Its wavelength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510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0.5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57800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 m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λ = v / f = 340 / 170 = 2 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Q6 - Frequency &amp;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vibrating body has a time period of 0.005 s. Its frequency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0.005 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2000 Hz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 Hz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200 Hz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Q6 - Frequency &amp;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vibrating body has a time period of 0.005 s. Its frequency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0.005 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2000 Hz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 Hz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200 Hz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f = 1 / T = 1 / 0.005 = 200 Hz.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Q7 - Frequency &amp;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tuning fork of frequency 250 Hz has a time period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0.004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250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0.25 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Q7 - Frequency &amp;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tuning fork of frequency 250 Hz has a time period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0.004 s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250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 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0.25 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 = 1 / f = 1 / 250 = 0.004 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Q8 - Ultrasonic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sound of frequency 30,000 Hz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infrasonic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audible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ultrasonic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subsonic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Q8 - Ultrasonic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sound of frequency 30,000 Hz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infrasonic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audible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ultrasonic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subsonic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Frequencies above 20,000 Hz are ultrasonic.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Q9 - Infrasonic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sound of frequency 10 Hz is classified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infrasonic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ultrasonic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supersonic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audible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Q9 - Infrasonic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sound of frequency 10 Hz is classified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infrasonic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ultrasonic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supersonic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audible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Frequencies below 20 Hz are infrasonic.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Q10 - Pitch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Two sounds have the same loudness but one is shriller than the other. The shriller sound differs in its: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amplitude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medium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Q10 - Pitch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Two sounds have the same loudness but one is shriller than the other. The shriller sound differs in its: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amplitude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medium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Shrillness is pitch, which depends on frequency; a shriller sound has a higher frequency.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Q11 - Loudness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If the amplitude of a vibrating string is doubled while its frequency is unchanged, the sound becomes: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faster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higher in pitch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louder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softer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Q11 - Loudness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If the amplitude of a vibrating string is doubled while its frequency is unchanged, the sound becomes: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faster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higher in pitch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louder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softer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Loudness depends on amplitude; a larger amplitude gives a louder sound.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Q12 -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same musical note played on a flute and on a violin can be told apart because they differ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quality (timbre)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loudness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Q12 -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same musical note played on a flute and on a violin can be told apart because they differ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quality (timbre)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loudness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Quality (timbre) depends on the waveform and lets us identify the instrument.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Q13 - Speed of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speed of sound in air increases when the air becomes: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drier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warmer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still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Q13 - Speed of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speed of sound in air increases when the air becomes: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drier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warmer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still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Sound travels faster in warmer air, as its particles move more quickly.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Q14 - Echo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man shouts towards a cliff and hears the echo after 3 s. If the speed of sound is 340 m/s, the cliff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680 m away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510 m away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1020 m away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113 m away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Q14 - Echo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man shouts towards a cliff and hears the echo after 3 s. If the speed of sound is 340 m/s, the cliff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680 m away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510 m away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1020 m away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113 m away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Distance = (speed × time)/2 = (340 × 3)/2 = 510 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Q15 - Echo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To hear a distinct echo, the reflecting surface must be at least about ___ away (speed of sound 340 m/s):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0.1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340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17 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Q15 - Echo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To hear a distinct echo, the reflecting surface must be at least about ___ away (speed of sound 340 m/s):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0.1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340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17 m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ear separates sounds 0.1 s apart, so minimum distance = (340 × 0.1)/2 ≈ 17 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Q16 - Reflection of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echo is an example of the ___ of sound.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refraction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production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absorption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Q16 - Reflection of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echo is an example of the ___ of sound.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reflection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refraction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production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absorption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An echo is sound heard again after being reflected from a distant surface.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Q17 - Ultrasound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Ultrasonic waves are used by ships to find the depth of the sea because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are audible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can be sent as a narrow beam and reflect well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travel slower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need no medium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Q17 - Ultrasound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Ultrasonic waves are used by ships to find the depth of the sea because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are audible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can be sent as a narrow beam and reflect well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travel slower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need no medium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Ultrasound can be sent as a directed beam and is strongly reflected, making it ideal for SONAR.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Q18 - Ultrasound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ultrasonic pulse from a ship returns from the sea-bed after 4 s. If the speed of sound in water is 1500 m/s, the depth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6000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3000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375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750 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Q18 - Ultrasound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ultrasonic pulse from a ship returns from the sea-bed after 4 s. If the speed of sound in water is 1500 m/s, the depth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6000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3000 m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375 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750 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Depth = (speed × time)/2 = (1500 × 4)/2 = 3000 m.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Q19 - Reflection of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megaphone makes a voice carry further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slowing the sound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raising its frequency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absorbing the sound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stopping the sound spreading out and sending it forward as a beam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Q19 - Reflection of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megaphone makes a voice carry further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slowing the sound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raising its frequency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absorbing the sound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stopping the sound spreading out and sending it forward as a beam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megaphone channels the sound forward and prevents it spreading, so it carries further.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Q20 - Speed of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You see a lightning flash and hear the thunder 5 s later. Taking the speed of sound as 340 m/s, the storm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1700 m away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68 m away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340 m away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 m away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Q20 - Speed of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You see a lightning flash and hear the thunder 5 s later. Taking the speed of sound as 340 m/s, the storm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1700 m away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68 m away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340 m away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 m away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Light arrives almost instantly, so distance ≈ speed of sound × time = 340 × 5 = 1700 m.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Subjective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long-answer questions — write full answers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Subjective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— Production &amp;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How is sound produced? Describe the bell-jar experiment and state what it proves.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[ 3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— Production &amp;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How is sound produced? Describe the bell-jar experiment and state what it proves.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Sound is produced by a vibrating body.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the bell-jar experiment an electric bell hangs inside a glass jar joined to a vacuum pump. As the air is pumped out, the sound grows fainter and finally cannot be heard, though the hammer is seen striking.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proves that sound needs a material medium and cannot travel through a vacuum.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— Wave terms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Define frequency, time period and wavelength. Write the relation between speed, frequency and wavelength, and find the wavelength of a 500 Hz sound travelling at 340 m/s.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[ 4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— Wave terms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Define frequency, time period and wavelength. Write the relation between speed, frequency and wavelength, and find the wavelength of a 500 Hz sound travelling at 340 m/s.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Frequency: the number of vibrations made in one second (unit hertz).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Time period: the time for one complete vibration; T = 1/f.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Wavelength: the distance between two consecutive compressions (or rarefactions).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Relation: v = f × λ, so λ = v/f = 340/500 = 0.68 m.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— Audible range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What are audible, infrasonic and ultrasonic sounds? Give the frequency limits of the normal audible range.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[ 3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— Audible range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What are audible, infrasonic and ultrasonic sounds? Give the frequency limits of the normal audible range.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Audible sounds: those a normal human ear can hear, of frequency about 20 Hz to 20,000 Hz.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Infrasonic: frequency below 20 Hz (e.g. produced by earthquakes).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Ultrasonic: frequency above 20,000 Hz (e.g. used in SONAR; heard by bats).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— Characteristics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Name the three characteristics of a musical sound and state the property of the wave on which each depends.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[ 4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— Characteristics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Name the three characteristics of a musical sound and state the property of the wave on which each depends.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Loudness — depends on the amplitude (larger amplitude → louder).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Pitch (shrillness) — depends on the frequency (higher frequency → higher pitch).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Quality (timbre) — depends on the waveform; it lets us tell apart the same note from different instruments.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— Echo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What is an echo? A person claps once and hears the first echo from a cliff after 2 s. If the speed of sound is 340 m/s, how far is the cliff?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[ 3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— Echo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What is an echo? A person claps once and hears the first echo from a cliff after 2 s. If the speed of sound is 340 m/s, how far is the cliff?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An echo is a sound heard again after reflection from a distant hard surface (heard distinctly when the reflector is about 17 m or more away).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Distance = (speed × time)/2 = (340 × 2)/2.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= 340 m.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Well Practised!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Revise the wave relation v = f λ, the audible range, and the echo/SONAR numericals.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