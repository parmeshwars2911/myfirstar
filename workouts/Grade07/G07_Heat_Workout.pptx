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scope up front: every question is drawn only from these lessons. Nothing outside this syllabus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'Heat vs temperature'.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Q1.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'Temperature scales'.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Q2.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'Thermal expansion'.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Q3.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'Modes of heat transfer'.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Q4.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'Thermos flask'.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Q5.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Heat — Workout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Practice covering Heat Lessons 1, 2 &amp;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WORKOUT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What This Workout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Syllabus for this practice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1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as energy, units of heat, temperature, units &amp; scales of temperature, measurement of temperature.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2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Effects of heat and thermal expansion of solids, liquids and gases.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3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Conduction, convection and radiation; conductors &amp; insulators; black/white surfaces; the thermos flask.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Multiple-Choice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— choose the single best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Multiple-Choice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 •  think before the answer reveals on the next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Heat vs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iron balls of 1 kg and 2 kg are at the same temperature of 80°C. Compared with the 1 kg ball, the 2 kg ball contains: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heat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heat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heat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heat energy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Heat vs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iron balls of 1 kg and 2 kg are at the same temperature of 80°C. Compared with the 1 kg ball, the 2 kg ball contains: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more heat energy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heat 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heat energy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heat energy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At the same temperature, the body with more mass holds more total heat (thermal) energy.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Units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heat needed to raise the temperature of 10 g of water by 5°C is (specific heat of water = 1 cal/g°C):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 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15 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 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Units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heat needed to raise the temperature of 10 g of water by 5°C is (specific heat of water = 1 cal/g°C):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 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15 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50 cal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Q = m × c × ΔT = 10 × 1 × 5 = 50 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Units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Taking 1 cal = 4.2 J, a quantity of 50 cal of heat equals: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11.9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54.2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45.8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210 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Units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Taking 1 cal = 4.2 J, a quantity of 50 cal of heat equals: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11.9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54.2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45.8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210 J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50 × 4.2 = 210 J.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Temperature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Normal human body temperature is 37°C. On the Fahrenheit scale this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66.6°F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98.6°F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310°F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69.8°F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Temperature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Normal human body temperature is 37°C. On the Fahrenheit scale this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66.6°F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98.6°F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310°F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69.8°F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F = (9/5)×37 + 32 = 66.6 + 32 = 98.6°F.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Temperature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temperature of −13°C expressed in kelvin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13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286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260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273 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Temperature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temperature of −13°C expressed in kelvin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13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286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260 K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273 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K = °C + 273 = −13 + 273 = 260 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Temperature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 which scale can a temperature never be negative?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Celsius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Kelvin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Fahrenheit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of them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Temperature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 which scale can a temperature never be negative?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Celsius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Kelvin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Fahrenheit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of them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0 K (absolute zero) is the lowest possible temperature, so kelvin values are never negative.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Measurement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Mercury is used in thermometers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 good insulator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expands uniformly, is opaque and does not wet glass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cheap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boils at a low 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Measurement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Mercury is used in thermometers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 good insulator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expands uniformly, is opaque and does not wet glass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cheap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boils at a low temperature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Mercury expands regularly, is easily visible and does not stick to the glass.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Measurement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clinical thermometer has a constriction (kink) near the bulb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shows room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measures lower temperatures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mercury rises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reading does not fall on its own before you read 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Measurement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clinical thermometer has a constriction (kink) near the bulb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shows room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measures lower temperatures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mercury rises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reading does not fall on its own before you read it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kink stops the mercury slipping back, holding the reading until the thermometer is shaken.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Effects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effect of heat does a mercury thermometer make use of?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thermal expansion of the liquid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of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in chemical nature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in colour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Effects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effect of heat does a mercury thermometer make use of?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thermal expansion of the liquid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of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in chemical nature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in colour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mercury expands on heating, and this expansion is read as temperature.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For the same rise in temperature, arrange the expansion in increasing order: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 &lt; liquid &lt; gas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liquid &lt; solid &lt; gas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 &lt; gas &lt; liquid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gas &lt; liquid &lt; solid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For the same rise in temperature, arrange the expansion in increasing order: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solid &lt; liquid &lt; gas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liquid &lt; solid &lt; gas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 &lt; gas &lt; liquid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gas &lt; liquid &lt; solid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Solids expand the least and gases the most for the same temperature rise.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bimetallic strip is used in a thermostat because, on heating,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bends and so makes or breaks a circuit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expands equally on both sides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bimetallic strip is used in a thermostat because, on heating,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bends and so makes or breaks a circuit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colour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expands equally on both sides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two metals expand by different amounts, so the strip bends and works as a temperature-operated switch.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Overhead telephone and electric wires are strung with a slight sag in summer so that in winter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look neat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carry more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 contract and snap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Overhead telephone and electric wires are strung with a slight sag in summer so that in winter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look neat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carry more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do not contract and snap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Wires contract in cold weather; the sag stops them pulling taut and breaking.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 a hot day, the air sealed inside a balloon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 and may burst the balloon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 to liquid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the same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 a hot day, the air sealed inside a balloon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 and may burst the balloon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 to liquid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the same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Gases expand the most on heating, increasing the pressure inside the balloon.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Conduction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 a cold day a metal railing feels colder than a wooden one at the same temperature because metal: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radiates more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heavier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conducts heat away from your hand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actually colder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Conduction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 a cold day a metal railing feels colder than a wooden one at the same temperature because metal: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radiates more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heavier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conducts heat away from your hand faster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actually colder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Metal is a good conductor, so it carries heat away from your skin quickly, making it feel colder.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Convection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freezer (cooling unit) of a refrigerator is placed at the top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 air sinks, setting up convection currents that cool the whole fridge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rises from the food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 air rises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looks better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Convection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freezer (cooling unit) of a refrigerator is placed at the top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cold air sinks, setting up convection currents that cool the whole fridge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rises from the food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 air rises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looks better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Cold, dense air sinks while warm air rises, so convection circulates and cools the entire fridge.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Convection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At night a breeze blows from the land towards the sea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sea cools faster than the land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there is no wind at night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land cools faster than the sea, so warmer air over the sea rises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land heats up at night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Convection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At night a breeze blows from the land towards the sea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sea cools faster than the land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there is no wind at night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land cools faster than the sea, so warmer air over the sea rises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land heats up at night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At night the land cools quicker; air over the warmer sea rises and cooler air flows from land to sea.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Radiation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Heat from the Sun reaches the Earth through empty space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three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Radiation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Heat from the Sun reaches the Earth through empty space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three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Only radiation needs no material medium, so it can cross the vacuum of space.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Surfaces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Cooling fins and the back of a refrigerator are painted dull black because such surfaces are good: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insulators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emitters of heat radiation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reflectors of heat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Surfaces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Cooling fins and the back of a refrigerator are painted dull black because such surfaces are good: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insulators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emitters of heat radiation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reflectors of heat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Dull black surfaces are the best emitters (and absorbers) of radiation, helping the heat escape.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Surfaces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People prefer light-coloured clothes in summer because light/white surfaces: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 more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 most of the heat radiation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emit more heat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Surfaces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People prefer light-coloured clothes in summer because light/white surfaces: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 more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reflect most of the heat radiation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emit more heat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White surfaces reflect most of the heat falling on them, keeping the body cooler.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Thermos 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double walls of a thermos flask are silvered in order to reduce heat transfer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Thermos 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double walls of a thermos flask are silvered in order to reduce heat transfer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radiation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Silvered (shiny) surfaces reflect heat radiation back; the vacuum between the walls already stops conduction and convection.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Subjective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long-answer questions — write full answers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Subjective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Heat vs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Distinguish between heat and temperature. State the SI unit of each. How are the Celsius and Kelvin temperatures related?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Heat vs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Distinguish between heat and temperature. State the SI unit of each. How are the Celsius and Kelvin temperatures related?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 is the total thermal (internal) energy of a body and depends on its mass; temperature is the degree of hotness that decides the direction of heat flow and does not depend on mass.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SI unit of heat = joule (J); SI unit of temperature = kelvin (K).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Relation: T (in K) = t (in °C) + 273.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Temperature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Convert 50°C into (i) the Fahrenheit scale and (ii) the Kelvin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Temperature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Convert 50°C into (i) the Fahrenheit scale and (ii) the Kelvin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(i) F = (9/5) × 50 + 32 = 90 + 32 = 122°F.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(ii) K = 50 + 273 = 323 K.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Why are gaps left between two rails of a railway track? Arrange the three states of matter in increasing order of thermal expansion for the same rise in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Thermal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Why are gaps left between two rails of a railway track? Arrange the three states of matter in increasing order of thermal expansion for the same rise in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Gaps are left so the rails have room to lengthen when they expand in hot weather and do not buckle or bend.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the same temperature rise, expansion increases in the order: solids (least) &lt; liquids &lt; gases (most).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Modes of heat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Name the three modes of heat transfer and the medium each needs. Which mode brings the Sun's heat to the Earth, and why?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Modes of heat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Name the three modes of heat transfer and the medium each needs. Which mode brings the Sun's heat to the Earth, and why?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Conduction: occurs mainly in solids — heat passes from particle to particle without the particles moving along.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Convection: occurs in liquids and gases — the heated fluid itself moves and carries heat.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Radiation: needs no medium at all.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Sun's heat reaches us by radiation, because the space between is a vacuum and only radiation can cross empty space.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Thermos 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Explain how a vacuum (thermos) flask keeps a hot drink hot, mentioning how each mode of heat transfer is reduced.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Thermos 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Explain how a vacuum (thermos) flask keeps a hot drink hot, mentioning how each mode of heat transfer is reduced.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vacuum between the double walls stops heat loss by conduction and convection, as there is no medium to carry the heat.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silvered walls reflect heat radiation back, reducing loss by radiation.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insulating cork/plastic stopper reduces conduction and convection through the mouth of the flask.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Well Practised!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Practise the temperature conversions and revise the three modes of heat transfer and the thermos flask.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