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scope up front: every question is drawn only from these lessons. Nothing outside this syllabus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'Luminous &amp; non-luminous'.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Q1.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'Transparent/translucent/opaque'.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Q2.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'Rectilinear propagation'.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Q3.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'Pinhole camera'.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Q4.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'Eclipses'.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Q5.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Light — Workout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Practice covering Light Lessons 1 &amp;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WORKOUT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What This Workout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Syllabus for this practice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Light 1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Light, sources of light, luminous &amp; non-luminous bodies, transparent/translucent/opaque, ray &amp; beam, rectilinear propagation and its applications.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Light 2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Pinhole camera, shadow (umbra &amp; penumbra), solar and lunar eclipses.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Multiple-Choice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— choose the single best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Multiple-Choice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 •  think before the answer reveals on the next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Light is a form of energy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enables us to see objects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heats objects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 be stored in a box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produces sound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Light is a form of energy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enables us to see objects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heats objects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 be stored in a box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produces sound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Light is the form of energy that produces the sensation of sight and lets us see things.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Luminous bodies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 following is a luminous body?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white wall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burning candle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Luminous bodies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 following is a luminous body?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white wall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burning candle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burning candle gives out its own light, so it is luminous. The others are seen only by reflected light.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Non-luminous bodies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Moon is a non-luminous body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produces no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very far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made of rock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shines only by reflecting sunlight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Non-luminous bodies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Moon is a non-luminous body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produces no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very far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made of rock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shines only by reflecting sunlight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Moon does not make its own light; we see it only because it reflects sunlight.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Transparent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object through which you can see clearly is described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luminous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Transparent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object through which you can see clearly is described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luminous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transparent object lets almost all light pass through, so we can see clearly through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Translucent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Frosted (ground) glass is an example of a ____ material.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luminous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Translucent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Frosted (ground) glass is an example of a ____ material.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luminous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transparent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translucent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opaque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Frosted glass lets only part of the light pass and scatters it, so we cannot see clearly through it — it is translucent.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Opaque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opaque?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clear glass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wooden door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pure water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clean air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Opaque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opaque?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clear glass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wooden door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pure water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clean air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wooden door does not allow any light to pass through it, so it is opaque.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Beam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bunch of light rays travelling together is called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spectrum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medium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shadow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Beam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bunch of light rays travelling together is called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spectrum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beam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medium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shadow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group of light rays is a beam; a single straight path of light is a ray.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Beam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light from a torch spreads out as it travels away. This is a ____ beam.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circular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convergent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divergent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Beam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light from a torch spreads out as it travels away. This is a ____ beam.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circular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convergent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divergent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Rays that spread out from a point form a divergent beam.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Rectilinear propagation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Light travels from one point to another along: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straight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curved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any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zig-zag path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Rectilinear propagation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Light travels from one point to another along: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straight line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curved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any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zig-zag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Light travels in straight lines — this is called rectilinear propagation.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Rectilinear propagation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formation of sharp shadows is evidence that light travels: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straight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faster in glass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as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circles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Rectilinear propagation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formation of sharp shadows is evidence that light travels: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 straight lines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faster in glass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as sound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circles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Sharp shadows form because light cannot bend round the object — it travels in straight lines.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Pinhole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image formed by a pinhole camera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erect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inverted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erect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Pinhole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image formed by a pinhole camera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erect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inverted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erect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Straight-line rays cross at the pinhole, so the image on the screen is real and upside-down (inverted).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Pinhole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pinhole camera forms an image because 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bends at the hole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reflected by the hole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absorbed by the screen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travels in straight lines through the hole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Pinhole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pinhole camera forms an image because 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bends at the hole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reflected by the hole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absorbed by the screen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travels in straight lines through the hole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Rays travel straight through the tiny hole; rays from the top of the object reach the bottom of the screen and vice versa.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Pinhole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If a pinhole camera is made longer (the screen is moved further from the hole), the image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smaller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erect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Pinhole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If a pinhole camera is made longer (the screen is moved further from the hole), the image becomes: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larger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smaller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erect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longer camera lets the rays spread more before reaching the screen, so the image is larger.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To form a shadow you need a source of light, a screen and: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opaque object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mirror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To form a shadow you need a source of light, a screen and: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an opaque object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mirror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shadow is the dark region where an opaque object blocks the light.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extended source of light forms a shadow with a fully dark central region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umbra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eclipse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corona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penumbra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extended source of light forms a shadow with a fully dark central region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umbra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eclipse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corona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penumbra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completely dark central part of a shadow is the umbra; the lighter border is the penumbra.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very small (point) source of light produces a shadow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penumbra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fully sharp, with only an umbra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larger than the object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Shadow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very small (point) source of light produces a shadow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penumbra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coloured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fully sharp, with only an umbra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always larger than the object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point source casts a sharp shadow consisting only of the umbra, with no penumbra.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solar eclipse occurs when: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clouds cover the 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 comes between the Earth and the Moon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Earth comes between the Sun and the Moon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 comes between the Sun and the Earth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solar eclipse occurs when: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clouds cover the 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 comes between the Earth and the Moon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Earth comes between the Sun and the Moon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Moon comes between the Sun and the Earth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a solar eclipse the Moon lies between the Sun and the Earth, casting its shadow on the Earth.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solar eclipse can occur only on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 moon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 moon 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any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full moon day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solar eclipse can occur only on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 moon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new moon day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any 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full moon 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Only on a new moon day is the Moon between the Sun and the Earth, so a solar eclipse can happen.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During a lunar eclipse, the shadow that falls on the Moon is that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another planet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Earth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clouds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During a lunar eclipse, the shadow that falls on the Moon is that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another planet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Earth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clouds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In a lunar eclipse the Earth is between the Sun and the Moon, so the Earth's shadow falls on the Moon.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lunar eclipse occurs on a ____ day, when the Earth lies between the Sun and the Moon.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 moon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cloudy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full moon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 moon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lunar eclipse occurs on a ____ day, when the Earth lies between the Sun and the Moon.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 moon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cloudy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full moon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 moon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lunar eclipse happens on a full moon day, when the Earth comes between the Sun and the Moon.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Subjective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long-answer questions — write full answers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Subjective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Luminous &amp; non-luminous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What is meant by a luminous body and a non-luminous body? Give one example of each and explain why we are able to see non-luminous bodies.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Luminous &amp; non-luminous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What is meant by a luminous body and a non-luminous body? Give one example of each and explain why we are able to see non-luminous bodies.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Luminous body: one that gives out (emits) its own light, e.g. the Sun, a candle flame or an electric bulb.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Non-luminous body: one that does not give out its own light, e.g. the Moon, a book or a table.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see non-luminous bodies because they reflect into our eyes the light falling on them from a luminous source.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Transparent/translucent/opaque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Distinguish between transparent, translucent and opaque objects, giving one example of 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Transparent/translucent/opaque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Distinguish between transparent, translucent and opaque objects, giving one example of 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Transparent: allows almost all light to pass and we can see clearly through it, e.g. clear glass or water.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Translucent: allows only part of the light to pass, so we cannot see clearly through it, e.g. frosted glass or tracing paper.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Opaque: does not allow any light to pass through it, e.g. wood, metal or stone.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Rectilinear propagation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What is rectilinear propagation of light? Describe a simple observation or experiment that proves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Rectilinear propagation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What is rectilinear propagation of light? Describe a simple observation or experiment that proves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Rectilinear propagation means that light travels in a straight line.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Proof: place three cardboards with pinholes in a straight line in front of a candle; light reaches the eye through all three holes.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the middle card is shifted sideways, the holes no longer line up and the light is cut off — showing light travels in straight lines.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Everyday proof: sharp shadows and a straight beam of sunlight through a small hole also show rectilinear propagation.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Pinhole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Describe a pinhole camera. State three characteristics of the image it forms and explain why the image is inverted.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Pinhole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Describe a pinhole camera. State three characteristics of the image it forms and explain why the image is inverted.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pinhole camera is a closed box with a tiny hole on one side and a tracing-paper screen on the opposite side.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is (i) real, (ii) inverted (upside-down) and (iii) smaller (diminished) than the object.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inverted because light travels in straight lines: rays from the top of the object pass through the hole to the bottom of the screen, and rays from the bottom reach the top.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Eclipses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Differentiate between a solar eclipse and a lunar eclipse using the positions of the Sun, Earth and Moon, and state on which day (new moon / full moon) each occurs.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Eclipses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Differentiate between a solar eclipse and a lunar eclipse using the positions of the Sun, Earth and Moon, and state on which day (new moon / full moon) each occurs.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Solar eclipse: the Moon comes between the Sun and the Earth and the Moon's shadow falls on the Earth; it occurs on a new moon day.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Lunar eclipse: the Earth comes between the Sun and the Moon and the Earth's shadow falls on the Moon; it occurs on a full moon day.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Both happen because light travels in straight lines and is blocked by an opaque body (the Moon or the Earth).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Well Practised!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Revise why the pinhole image is inverted and the positions of the Sun, Earth and Moon in each eclipse.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