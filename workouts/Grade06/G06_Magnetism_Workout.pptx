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scope up front: every question is drawn only from these lessons. Nothing outside this syllabus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'Natural &amp; artificial magnets'.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Q1.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'Properties of a magnet'.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Q2.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'Magnetic field'.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Q3.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'Electromagnet'.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Q4. Award up to 4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Subjective practice on 'Making &amp; destroying magnetism'. Give students time to write a full answer, then reveal the model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 answer for Q5. Award up to 3 marks; accept equivalent correct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MAGNETISM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Magnetism — Workout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Practice covering Magnetism Lessons 1 &amp;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WORKOUT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What This Workout Covers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Syllabus for this practice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Magnetism 1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Discovery of magnets, natural &amp; artificial magnets, magnetic &amp; non-magnetic substances, properties of a magnet, magnetic field, Earth's magnetism.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Magnetism 2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Making a magnet, electromagnets and their uses, care &amp; storage of magnets, demagnetisation.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Multiple-Choice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— choose the single best option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Multiple-Choice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20 questions  •  think before the answer reveals on the next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Natural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naturally occurring magnet is an ore of iron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haematite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graphite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magnetite (lodestone)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bauxite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Q1 - Natural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naturally occurring magnet is an ore of iron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haematite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graphite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magnetite (lodestone)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bauxite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Magnetite, also called lodestone, is a natural magnet and an ore of iron.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Discovery of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Lodestone was first noticed because it could: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float on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glow in the dark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 pieces of iron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 electricity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Q2 - Discovery of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Lodestone was first noticed because it could: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float on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glow in the dark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attract pieces of iron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 electricity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property of lodestone that was first observed was its attraction of small pieces of iron.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Artificial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Compared with natural magnets, artificial magnets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weaker and irregular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unable to attract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found in nature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stronger and of any desired shape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Q3 - Artificial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Compared with natural magnets, artificial magnets are: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weaker and irregular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unable to attract 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always found in nature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stronger and of any desired shape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Man-made (artificial) magnets can be made stronger and in any required shape and size.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Magnetic substances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magnetic substance?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nickel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Q4 - Magnetic substances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a magnetic substance?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brass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nickel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plastic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Nickel (like iron, cobalt and steel) is attracted by a magnet, so it is magnetic.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Non-magnetic substances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attracted by a 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cobalt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aluminium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Q5 - Non-magnetic substances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is NOT attracted by a magnet?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cobalt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iron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aluminium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Aluminium is a non-magnetic substance and is not attracted by a magnet.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attracting power of a bar magnet is greatest: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its 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at the north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along its length equally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its two poles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Q6 -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attracting power of a bar magnet is greatest: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 its centre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at the north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all along its length equally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 its two poles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magnet's attractive power is concentrated at its poles and is almost nil at its centre.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Directive property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When a bar magnet is freely suspended, it always comes to rest pointing: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north-south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east-west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randomly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up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Q7 - Directive property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When a bar magnet is freely suspended, it always comes to rest pointing: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north-south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east-west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randomly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straight up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freely suspended magnet sets itself in the north-south direction — its directive property.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Law of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When the north poles of two magnets are brought close together,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 nothing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stick together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Q8 - Law of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When the north poles of two magnets are brought close together,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do nothing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stick together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Like poles repel each other, so two north poles push apart.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Law of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Unlike poles of two magnets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neutral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 magnetism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Q9 - Law of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Unlike poles of two magnets always: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attract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 neutral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 magnetism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repel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Unlike poles (a north and a south) attract each other.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bar magnet is broken into two pieces, each piece: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 complete magnet with both N and S poles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only a north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loses all its magnetism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only a south pole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Q10 -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If a bar magnet is broken into two pieces, each piece: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a complete magnet with both N and S poles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only a north pole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loses all its magnetism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has only a south pole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Magnetic poles always exist in pairs; each broken piece becomes a complete magnet with its own north and south poles.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region around a magnet in which its influence (force) can be detected is called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field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point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Q11 -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region around a magnet in which its influence (force) can be detected is called its: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axis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magnetic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magnetic field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neutral point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space around a magnet where its force acts is the magnetic field.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Outside a bar magnet, magnetic field lines are taken to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south pole to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north pole to south pole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 to centre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face to the other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Q12 -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Outside a bar magnet, magnetic field lines are taken to run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south pole to north pole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north pole to south pole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 to centre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one face to the other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By convention, field lines outside a magnet go from the north pole to the south pole.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Care and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Bar magnets are stored in pairs with unlike poles together and soft-iron pieces across their ends. These soft-iron pieces are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keepers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coils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Q13 - Care and storage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Bar magnets are stored in pairs with unlike poles together and soft-iron pieces across their ends. These soft-iron pieces are called: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keepers</a:t>
            </a:r>
          </a:p>
        </p:txBody>
      </p:sp>
      <p:sp>
        <p:nvSpPr>
          <p:cNvPr id="20" name="Oval 19"/>
          <p:cNvSpPr/>
          <p:nvPr/>
        </p:nvSpPr>
        <p:spPr>
          <a:xfrm>
            <a:off x="544068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coils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soft-iron pieces placed across the poles of stored magnets are called keepers; they preserve the magnetism.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Earth's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freely suspended magnet points north-south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of gravity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Earth itself behaves like a huge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pulls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wind turns it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Q14 - Earth's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freely suspended magnet points north-south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of gravity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Earth itself behaves like a huge magnet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 pulls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wind turns 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The Earth acts like a giant bar magnet, so a suspended magnet aligns with the Earth's field, north-south.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Making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the single-touch method, a steel bar is stroked with one pole of a magnet: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while it is 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once in the middle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back and forth many times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again and again in the same direction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Q15 - Making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In the single-touch method, a steel bar is stroked with one pole of a magnet: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while it is hot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once in the middle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back and forth many times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again and again in the same direction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In single-touch the bar is stroked repeatedly in the same direction with one pole, lifting it well clear between strokes.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electromagnet is made by winding a current-carrying coil around a core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soft iron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wood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Q16 -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electromagnet is made by winding a current-carrying coil around a core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soft iron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copper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wood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steel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 soft-iron core is used because it becomes a strong magnet while current flows and loses its magnetism quickly when it stops.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electromagnet is magnetic: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when heated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while current flows through the coil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 ever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in sunlight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Q17 -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An electromagnet is magnetic: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when heated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only while current flows through the coil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 ever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in sunlight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An electromagnet is a temporary magnet — it is magnetic only while current flows and loses its magnetism when switched off.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strength of an electromagnet can be increased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fewer turns of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increasing the number of turns and the current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decreasing the current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wooden core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Q18 -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The strength of an electromagnet can be increased by: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fewer turns of wire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increasing the number of turns and the current</a:t>
            </a:r>
          </a:p>
        </p:txBody>
      </p:sp>
      <p:sp>
        <p:nvSpPr>
          <p:cNvPr id="16" name="Oval 15"/>
          <p:cNvSpPr/>
          <p:nvPr/>
        </p:nvSpPr>
        <p:spPr>
          <a:xfrm>
            <a:off x="1097280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decreasing the current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using a wooden 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More turns of wire and a larger current both make the electromagnet stronger (a soft-iron core helps too).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crane in a scrapyard lifts and then drops iron scrap using: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horseshoe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permanent steel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natural lodestone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electromagnet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Q19 - Uses of electromagnets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A crane in a scrapyard lifts and then drops iron scrap using: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horseshoe magnet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permanent steel magnet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natural lodestone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an electromagnet</a:t>
            </a:r>
          </a:p>
        </p:txBody>
      </p:sp>
      <p:sp>
        <p:nvSpPr>
          <p:cNvPr id="24" name="Oval 23"/>
          <p:cNvSpPr/>
          <p:nvPr/>
        </p:nvSpPr>
        <p:spPr>
          <a:xfrm>
            <a:off x="10972800" y="502920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0" y="4983479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An electromagnet can be switched on to lift the iron and off to drop it — a permanent magnet could not release the load.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Demagnetisation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will make a magnet LOSE its magnetism?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strongly heating or hammering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storing it with keepers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keeping it cool and dry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handling it gently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Q20 - Demagnetisation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D2433"/>
                </a:solidFill>
                <a:latin typeface="Calibri"/>
              </a:rPr>
              <a:t>Which of these will make a magnet LOSE its magnetism?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317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977639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strongly heating or hammering it</a:t>
            </a:r>
          </a:p>
        </p:txBody>
      </p:sp>
      <p:sp>
        <p:nvSpPr>
          <p:cNvPr id="12" name="Oval 11"/>
          <p:cNvSpPr/>
          <p:nvPr/>
        </p:nvSpPr>
        <p:spPr>
          <a:xfrm>
            <a:off x="5440680" y="3995927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3950207"/>
            <a:ext cx="3657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749039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46520" y="3977639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977639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749039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storing it with keepers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440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keeping it cool and dry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4782312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46520" y="5010912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010912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4782312"/>
            <a:ext cx="38404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handling it gently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779008"/>
            <a:ext cx="10881360" cy="566928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79008"/>
            <a:ext cx="10332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Why  </a:t>
            </a:r>
            <a:r>
              <a:rPr sz="1200" b="0" i="0">
                <a:solidFill>
                  <a:srgbClr val="1D2433"/>
                </a:solidFill>
                <a:latin typeface="Calibri"/>
              </a:rPr>
              <a:t>Strong heating, hammering or rough handling (and an AC coil) destroy magnetism; careful storage preserves it.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Subjective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long-answer questions — write full answers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Subjective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Natural &amp; artificial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a natural magnet and an artificial magnet? Give one example of each and state two ways in which an artificial magnet is better than a natural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Q1 — Natural &amp; artificial magnets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a natural magnet and an artificial magnet? Give one example of each and state two ways in which an artificial magnet is better than a natural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Natural magnet: a magnet found in nature, an ore of iron called magnetite or lodestone.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Artificial magnet: a man-made magnet such as a bar magnet or horseshoe magnet, made from steel or iron.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Artificial magnets are stronger and can be made in any desired shape, size and strength, while natural magnets are weak and irregular.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State any four properties of a magnet.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Q2 — Properties of a 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State any four properties of a magnet.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magnet attracts magnetic materials (iron, cobalt, nickel), most strongly at its poles.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freely suspended magnet always sets itself north-south (directive property).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Like poles repel and unlike poles attract.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Poles always exist in pairs — a single isolated pole cannot be obtained; breaking a magnet gives two complete magnets.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a magnetic field? Describe the magnetic field lines of a bar magnet and state their direction outside the magnet.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Q3 — Magnetic field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a magnetic field? Describe the magnetic field lines of a bar magnet and state their direction outside the magnet.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magnetic field is the region around a magnet where its magnetic force can be experienced.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is represented by magnetic field lines (lines of force), which are most crowded near the poles and never cross one another.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Outside the magnet the field lines run from the north pole to the south pole.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What is an electromagnet? State two ways to increase its strength and give two uses of electromagnets.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[ 4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Q4 — Electromagnet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What is an electromagnet? State two ways to increase its strength and give two uses of electromagnets.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An electromagnet is a temporary magnet made by passing an electric current through an insulated coil wound on a soft-iron core; it is magnetic only while the current flows.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Its strength is increased by (i) increasing the number of turns of the coil and (ii) increasing the current (a soft-iron core also helps).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Uses: in electric bells and cranes for lifting iron/scrap; also in telephones, electric motors and for separating magnetic materials.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6A4C93"/>
                </a:solidFill>
                <a:latin typeface="Arial"/>
              </a:rPr>
              <a:t>SUBJECTIVE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Making &amp; destroying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1088136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14984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1D2433"/>
                </a:solidFill>
                <a:latin typeface="Calibri"/>
              </a:rPr>
              <a:t>State two ways of making a steel bar into a magnet and two ways by which a magnet can lose its magnetism.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4617720"/>
            <a:ext cx="1737360" cy="502920"/>
          </a:xfrm>
          <a:prstGeom prst="roundRect">
            <a:avLst>
              <a:gd name="adj" fmla="val 4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0" y="4617720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[ 3 marks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617720"/>
            <a:ext cx="7315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Calibri"/>
              </a:rPr>
              <a:t>Attempt this in your notebook before the answer reveals.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475488"/>
            <a:ext cx="237744" cy="237744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02336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2A9D8F"/>
                </a:solidFill>
                <a:latin typeface="Arial"/>
              </a:rPr>
              <a:t>MODEL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99669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D2433"/>
                </a:solidFill>
                <a:latin typeface="Calibri"/>
              </a:rPr>
              <a:t>Q5 — Making &amp; destroying magnetism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400" b="1" i="0">
                <a:solidFill>
                  <a:srgbClr val="2A9D8F"/>
                </a:solidFill>
                <a:latin typeface="Calibri"/>
              </a:rPr>
              <a:t>Q.  </a:t>
            </a:r>
            <a:r>
              <a:rPr sz="1400" b="0" i="0">
                <a:solidFill>
                  <a:srgbClr val="1D2433"/>
                </a:solidFill>
                <a:latin typeface="Calibri"/>
              </a:rPr>
              <a:t>State two ways of making a steel bar into a magnet and two ways by which a magnet can lose its magnetism.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1088136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54680"/>
            <a:ext cx="101498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Making a magnet: (i) the single-touch method — stroking the steel bar repeatedly in the same direction with one pole of a magnet.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(ii) the electrical method — passing an electric current through a coil wound around the bar.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2A9D8F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Losing magnetism: strong heating and rough handling (hammering or dropping); also placing it in a coil carrying alternating current or storing it carelessly.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Well Practised!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Revise the properties of a magnet and how an electromagnet differs from a permanent magnet before the test.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