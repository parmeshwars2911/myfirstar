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scope up front: every question is drawn only from these lessons. Nothing outside this syllabus appears.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Subjective practice on 'Natural &amp; artificial magnets'. Give students time to write a full answer, then reveal the model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answer for Q1. Award up to 3 marks; accept equivalent correct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Subjective practice on 'Properties of a magnet'. Give students time to write a full answer, then reveal the model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answer for Q2. Award up to 4 marks; accept equivalent correct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Subjective practice on 'Magnetic field'. Give students time to write a full answer, then reveal the model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answer for Q3. Award up to 3 marks; accept equivalent correct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Subjective practice on 'Electromagnet'. Give students time to write a full answer, then reveal the model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answer for Q4. Award up to 4 marks; accept equivalent correct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Subjective practice on 'Making &amp; destroying magnetism'. Give students time to write a full answer, then reveal the model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answer for Q5. Award up to 3 marks; accept equivalent correct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MAGNETISM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Magnetism — Workout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Practice covering Magnetism Lessons 1 &amp;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WORKOUT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What This Workout Covers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Syllabus for this practice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Magnetism 1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Discovery of magnets, natural &amp; artificial magnets, magnetic &amp; non-magnetic substances, properties of a magnet, magnetic field, Earth's magnetism.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Magnetism 2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Making a magnet, electromagnets and their uses, care &amp; storage of magnets, demagnetisation.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SECTION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Multiple-Choice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20 questions — choose the single best option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SECTION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Multiple-Choice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20 questions  •  think before the answer reveals on the next slide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Natural magnets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naturally occurring magnet is an ore of iron called: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haematite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graphite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magnetite (lodestone)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bauxite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Natural magnets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naturally occurring magnet is an ore of iron called: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haematite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graphite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magnetite (lodestone)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bauxite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Magnetite, also called lodestone, is a natural magnet and an ore of iron.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Discovery of magnets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Lodestone was first noticed because it could: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float on water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glow in the dark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attract pieces of iron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produce electricity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Discovery of magnets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Lodestone was first noticed because it could: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float on water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glow in the dark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attract pieces of iron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produce electricity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The property of lodestone that was first observed was its attraction of small pieces of iron.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Artificial magnets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Compared with natural magnets, artificial magnets are: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weaker and irregular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unable to attract iron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always found in nature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stronger and of any desired shape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Artificial magnets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Compared with natural magnets, artificial magnets are: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weaker and irregular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unable to attract iron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always found in nature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stronger and of any desired shape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Man-made (artificial) magnets can be made stronger and in any required shape and size.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Magnetic substances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Which of these is a magnetic substance?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brass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nickel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copper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plastic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Magnetic substances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Which of these is a magnetic substance?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brass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nickel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copper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plastic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Nickel (like iron, cobalt and steel) is attracted by a magnet, so it is magnetic.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Q5 - Non-magnetic substances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Which of these is NOT attracted by a magnet?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cobalt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iron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steel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aluminium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Q5 - Non-magnetic substances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Which of these is NOT attracted by a magnet?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cobalt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iron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steel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aluminium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Aluminium is a non-magnetic substance and is not attracted by a magnet.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Q6 - Properties of a magnet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attracting power of a bar magnet is greatest: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 its centre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only at the north pole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all along its length equally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 its two poles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Q6 - Properties of a magnet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attracting power of a bar magnet is greatest: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 its centre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only at the north pole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all along its length equally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at its two poles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 magnet's attractive power is concentrated at its poles and is almost nil at its centre.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Q7 - Directive property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When a bar magnet is freely suspended, it always comes to rest pointing: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north-south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east-west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randomly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straight up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Q7 - Directive property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When a bar magnet is freely suspended, it always comes to rest pointing: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north-south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east-west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randomly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straight up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 freely suspended magnet sets itself in the north-south direction — its directive property.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Q8 - Law of magnetism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When the north poles of two magnets are brought close together, they: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do nothing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attract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repel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stick together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Q8 - Law of magnetism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When the north poles of two magnets are brought close together, they: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do nothing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attract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repel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stick together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Like poles repel each other, so two north poles push apart.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Q9 - Law of magnetism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Unlike poles of two magnets always: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attract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stay neutral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lose magnetism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repel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Q9 - Law of magnetism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Unlike poles of two magnets always: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attract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stay neutral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lose magnetism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repel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Unlike poles (a north and a south) attract each other.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Q10 - Properties of a magnet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If a bar magnet is broken into two pieces, each piece: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a complete magnet with both N and S poles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has only a north pole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loses all its magnetism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has only a south pole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Q10 - Properties of a magnet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If a bar magnet is broken into two pieces, each piece: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is a complete magnet with both N and S poles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has only a north pole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loses all its magnetism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has only a south pole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Magnetic poles always exist in pairs; each broken piece becomes a complete magnet with its own north and south poles.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Q11 - Magnetic field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region around a magnet in which its influence (force) can be detected is called its: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magnetic axis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magnetic pole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magnetic field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neutral point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Q11 - Magnetic field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region around a magnet in which its influence (force) can be detected is called its: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magnetic axis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magnetic pole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magnetic field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neutral point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The space around a magnet where its force acts is the magnetic field.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Q12 - Magnetic field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Outside a bar magnet, magnetic field lines are taken to run from: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south pole to north pole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north pole to south pole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pole to centre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one face to the other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Q12 - Magnetic field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Outside a bar magnet, magnetic field lines are taken to run from: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south pole to north pole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north pole to south pole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pole to centre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one face to the other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By convention, field lines outside a magnet go from the north pole to the south pole.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Q13 - Care and storage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Bar magnets are stored in pairs with unlike poles together and soft-iron pieces across their ends. These soft-iron pieces are called: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poles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keepers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coils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Q13 - Care and storage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Bar magnets are stored in pairs with unlike poles together and soft-iron pieces across their ends. These soft-iron pieces are called: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poles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keepers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coils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The soft-iron pieces placed across the poles of stored magnets are called keepers; they preserve the magnetism.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Q14 - Earth's magnetism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freely suspended magnet points north-south because: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of gravity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Earth itself behaves like a huge magnet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Sun pulls 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wind turns it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Q14 - Earth's magnetism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freely suspended magnet points north-south because: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of gravity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the Earth itself behaves like a huge magnet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Sun pulls 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wind turns 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The Earth acts like a giant bar magnet, so a suspended magnet aligns with the Earth's field, north-south.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Q15 - Making a magnet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In the single-touch method, a steel bar is stroked with one pole of a magnet: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while it is 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only once in the middle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back and forth many times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again and again in the same direction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Q15 - Making a magnet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In the single-touch method, a steel bar is stroked with one pole of a magnet: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while it is 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only once in the middle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back and forth many times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again and again in the same direction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In single-touch the bar is stroked repeatedly in the same direction with one pole, lifting it well clear between strokes.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Q16 - Electromagnet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An electromagnet is made by winding a current-carrying coil around a core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soft iron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copper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wood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steel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Q16 - Electromagnet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An electromagnet is made by winding a current-carrying coil around a core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soft iron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copper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wood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steel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 soft-iron core is used because it becomes a strong magnet while current flows and loses its magnetism quickly when it stops.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Q17 - Electromagnet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An electromagnet is magnetic: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only when heated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only while current flows through the coil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for ever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only in sunlight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Q17 - Electromagnet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An electromagnet is magnetic: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only when heated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only while current flows through the coil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for ever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only in sunlight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An electromagnet is a temporary magnet — it is magnetic only while current flows and loses its magnetism when switched off.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Q18 - Electromagnet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strength of an electromagnet can be increased by: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using fewer turns of wire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increasing the number of turns and the current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decreasing the current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using a wooden core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Q18 - Electromagnet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strength of an electromagnet can be increased by: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using fewer turns of wire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increasing the number of turns and the current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decreasing the current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using a wooden core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More turns of wire and a larger current both make the electromagnet stronger (a soft-iron core helps too).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Q19 - Uses of electromagnets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crane in a scrapyard lifts and then drops iron scrap using: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horseshoe magnet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permanent steel magnet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natural lodestone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an electromagnet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Q19 - Uses of electromagnets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crane in a scrapyard lifts and then drops iron scrap using: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horseshoe magnet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permanent steel magnet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natural lodestone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an electromagnet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An electromagnet can be switched on to lift the iron and off to drop it — a permanent magnet could not release the load.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Q20 - Demagnetisation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Which of these will make a magnet LOSE its magnetism?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strongly heating or hammering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storing it with keepers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keeping it cool and dry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handling it gently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Q20 - Demagnetisation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Which of these will make a magnet LOSE its magnetism?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strongly heating or hammering it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storing it with keepers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keeping it cool and dry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handling it gently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Strong heating, hammering or rough handling (and an AC coil) destroy magnetism; careful storage preserves it.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SECTION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Subjective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long-answer questions — write full answers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SECTION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Subjective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SUBJECTIVE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Natural &amp; artificial magnets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88136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1498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1D2433"/>
                </a:solidFill>
                <a:latin typeface="Calibri"/>
              </a:rPr>
              <a:t>What is a natural magnet and an artificial magnet? Give one example of each and state two ways in which an artificial magnet is better than a natural 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4617720"/>
            <a:ext cx="1737360" cy="502920"/>
          </a:xfrm>
          <a:prstGeom prst="roundRect">
            <a:avLst>
              <a:gd name="adj" fmla="val 4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4617720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[ 3 marks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1772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Attempt this in your notebook before the answer reveals.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MODEL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Natural &amp; artificial magnets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 i="0">
                <a:solidFill>
                  <a:srgbClr val="2A9D8F"/>
                </a:solidFill>
                <a:latin typeface="Calibri"/>
              </a:rPr>
              <a:t>Q.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What is a natural magnet and an artificial magnet? Give one example of each and state two ways in which an artificial magnet is better than a natural 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10881360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101498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Natural magnet: a magnet found in nature, an ore of iron called magnetite or lodestone.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Artificial magnet: a man-made magnet such as a bar magnet or horseshoe magnet, made from steel or iron.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Artificial magnets are stronger and can be made in any desired shape, size and strength, while natural magnets are weak and irregular.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SUBJECTIVE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Properties of a magnet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88136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1498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1D2433"/>
                </a:solidFill>
                <a:latin typeface="Calibri"/>
              </a:rPr>
              <a:t>State any four properties of a magnet.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4617720"/>
            <a:ext cx="1737360" cy="502920"/>
          </a:xfrm>
          <a:prstGeom prst="roundRect">
            <a:avLst>
              <a:gd name="adj" fmla="val 4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4617720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[ 4 marks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1772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Attempt this in your notebook before the answer reveals.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MODEL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Properties of a magnet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 i="0">
                <a:solidFill>
                  <a:srgbClr val="2A9D8F"/>
                </a:solidFill>
                <a:latin typeface="Calibri"/>
              </a:rPr>
              <a:t>Q.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State any four properties of a magnet.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10881360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101498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magnet attracts magnetic materials (iron, cobalt, nickel), most strongly at its poles.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freely suspended magnet always sets itself north-south (directive property).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Like poles repel and unlike poles attract.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Poles always exist in pairs — a single isolated pole cannot be obtained; breaking a magnet gives two complete magnets.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SUBJECTIVE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Magnetic field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88136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1498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1D2433"/>
                </a:solidFill>
                <a:latin typeface="Calibri"/>
              </a:rPr>
              <a:t>What is a magnetic field? Describe the magnetic field lines of a bar magnet and state their direction outside the magnet.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4617720"/>
            <a:ext cx="1737360" cy="502920"/>
          </a:xfrm>
          <a:prstGeom prst="roundRect">
            <a:avLst>
              <a:gd name="adj" fmla="val 4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4617720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[ 3 marks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1772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Attempt this in your notebook before the answer reveals.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MODEL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Magnetic field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 i="0">
                <a:solidFill>
                  <a:srgbClr val="2A9D8F"/>
                </a:solidFill>
                <a:latin typeface="Calibri"/>
              </a:rPr>
              <a:t>Q.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What is a magnetic field? Describe the magnetic field lines of a bar magnet and state their direction outside the magnet.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10881360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101498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magnetic field is the region around a magnet where its magnetic force can be experienced.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is represented by magnetic field lines (lines of force), which are most crowded near the poles and never cross one another.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Outside the magnet the field lines run from the north pole to the south pole.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SUBJECTIVE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Electromagnet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88136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1498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1D2433"/>
                </a:solidFill>
                <a:latin typeface="Calibri"/>
              </a:rPr>
              <a:t>What is an electromagnet? State two ways to increase its strength and give two uses of electromagnets.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4617720"/>
            <a:ext cx="1737360" cy="502920"/>
          </a:xfrm>
          <a:prstGeom prst="roundRect">
            <a:avLst>
              <a:gd name="adj" fmla="val 4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4617720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[ 4 marks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1772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Attempt this in your notebook before the answer reveals.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MODEL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Electromagnet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 i="0">
                <a:solidFill>
                  <a:srgbClr val="2A9D8F"/>
                </a:solidFill>
                <a:latin typeface="Calibri"/>
              </a:rPr>
              <a:t>Q.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What is an electromagnet? State two ways to increase its strength and give two uses of electromagnets.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10881360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101498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An electromagnet is a temporary magnet made by passing an electric current through an insulated coil wound on a soft-iron core; it is magnetic only while the current flows.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Its strength is increased by (i) increasing the number of turns of the coil and (ii) increasing the current (a soft-iron core also helps).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Uses: in electric bells and cranes for lifting iron/scrap; also in telephones, electric motors and for separating magnetic materials.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SUBJECTIVE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Making &amp; destroying magnetism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88136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1498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1D2433"/>
                </a:solidFill>
                <a:latin typeface="Calibri"/>
              </a:rPr>
              <a:t>State two ways of making a steel bar into a magnet and two ways by which a magnet can lose its magnetism.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4617720"/>
            <a:ext cx="1737360" cy="502920"/>
          </a:xfrm>
          <a:prstGeom prst="roundRect">
            <a:avLst>
              <a:gd name="adj" fmla="val 4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4617720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[ 3 marks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1772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Attempt this in your notebook before the answer reveals.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MODEL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Making &amp; destroying magnetism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 i="0">
                <a:solidFill>
                  <a:srgbClr val="2A9D8F"/>
                </a:solidFill>
                <a:latin typeface="Calibri"/>
              </a:rPr>
              <a:t>Q.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State two ways of making a steel bar into a magnet and two ways by which a magnet can lose its magnetism.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10881360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101498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Making a magnet: (i) the single-touch method — stroking the steel bar repeatedly in the same direction with one pole of a magnet.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(ii) the electrical method — passing an electric current through a coil wound around the bar.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Losing magnetism: strong heating and rough handling (hammering or dropping); also placing it in a coil carrying alternating current or storing it carelessly.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Well Practised!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Revise the properties of a magnet and how an electromagnet differs from a permanent magnet before the test.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