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scope up front: every question is drawn only from these lessons. Nothing outside this syllabus appears.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'Work'.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Q1. Award up to 3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'MA, VR &amp; Efficiency'.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Q2. Award up to 4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'Principle of a lever'.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Q3. Award up to 3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'Orders of levers'.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Q4. Award up to 4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'Inclined plane'.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Q5. Award up to 3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SIMPLE MACHINES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Simple Machines — Workout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Practice covering Simple Machines Lessons 1 &amp;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WORKOUT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What This Workout Covers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Syllabus for this practice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Simple Machines 1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Work &amp; energy, machines, principle of a machine, efficiency, ideal &amp; actual machine, functions, mechanical advantage, levers, principle of a lever, orders of levers.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Simple Machines 2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Pulley &amp; its MA, wheel and axle, inclined plane, wedge, screw, care of machines.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Multiple-Choice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20 questions — choose the single best option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Multiple-Choice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20 questions  •  think before the answer reveals on the next slide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Q1 -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porter carries a heavy suitcase on his head and walks 50 m along a level platform at steady speed. The work he does against gravity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Equal to the suitcase's weight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Large and positive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Negative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Zero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Q1 -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porter carries a heavy suitcase on his head and walks 50 m along a level platform at steady speed. The work he does against gravity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Equal to the suitcase's weight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Large and positive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Negative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Zero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His supporting force is vertical (up) but the motion is horizontal, so the displacement in the direction of that force is zero — hence the work done against gravity is zero.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Q2 - Units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of the following is NOT a unit of work or energy?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Erg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Joule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Newton metre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Q2 - Units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of the following is NOT a unit of work or energy?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Erg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Joule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Newton metre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Watt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watt is the unit of power (1 W = 1 J/s), not of work or energy. Joule, newton-metre and erg are all units of energy.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Q3 - Machine functions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of these is NOT something a simple machine can do for us?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Change the direction of the applied force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Let us apply the effort at a convenient point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Multiply a small effort to move a large load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Create extra energy to do more 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Q3 - Machine functions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of these is NOT something a simple machine can do for us?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Change the direction of the applied force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Let us apply the effort at a convenient point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Multiply a small effort to move a large load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Create extra energy to do more work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machine never creates energy — it only transfers and redistributes the work put into it. Output work can never exceed input work.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Q4 - Mechanical advantage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machine overcomes a load of 600 N using an effort of 150 N. Its mechanical advantage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450 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750 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Q4 - Mechanical advantage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machine overcomes a load of 600 N using an effort of 150 N. Its mechanical advantage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4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450 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750 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0.25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MA = Load / Effort = 600 / 150 = 4. It is a ratio of two forces, so it has no unit.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Q5 - Efficiency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machine is supplied 500 J of work and does 400 J of useful work. Its efficiency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125%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80%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100 J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Q5 - Efficiency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machine is supplied 500 J of work and does 400 J of useful work. Its efficiency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125%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80%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100 J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Efficiency = (useful work output / work input) x 100 = (400 / 500) x 100 = 80%.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Q6 - Efficiency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efficiency of every real machine is less than 100% mainly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effort is applied in the wrong direction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mechanical advantage is always less than 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load is always too heavy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some input work is wasted against friction and in moving the machine's own parts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Q6 - Efficiency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efficiency of every real machine is less than 100% mainly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effort is applied in the wrong direction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mechanical advantage is always less than 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load is always too heavy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some input work is wasted against friction and in moving the machine's own parts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Part of the input work is always used up against friction and in lifting the machine's own moving parts, so useful output is always less than the input.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Q7 - Ideal machine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For an ideal (frictionless) machine, which relation is true?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 &gt; VR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 = VR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 = 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 &lt; VR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Q7 - Ideal machine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For an ideal (frictionless) machine, which relation is true?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 &gt; VR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MA = VR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 = 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 &lt; VR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An ideal machine has no friction and weightless parts, so its efficiency is 100% and its mechanical advantage equals its velocity ratio (MA = VR).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Q8 - Lever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fixed point about which a lever turns is called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pivot arm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fulcrum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effort arm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load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Q8 - Lever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fixed point about which a lever turns is called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pivot arm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fulcrum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effort arm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lever turns about a fixed point called the fulcrum. The other two points are where the load and the effort act.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Q9 - Lever principle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crowbar lifts an 800 N rock. The load is 20 cm from the fulcrum and the effort is applied 80 cm from it. The ideal effort needed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800 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3200 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200 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160 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Q9 - Lever principle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crowbar lifts an 800 N rock. The load is 20 cm from the fulcrum and the effort is applied 80 cm from it. The ideal effort needed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800 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3200 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200 N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160 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By the principle of the lever, Load x load-arm = Effort x effort-arm: 800 x 20 = E x 80, so E = 200 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Q10 - Levers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of the following is a first-order lever?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pair of sugar tongs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pair of scissors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nutcracker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wheelbarrow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Q10 - Levers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of the following is a first-order lever?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pair of sugar tongs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pair of scissors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nutcracker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wheelbarrow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In a pair of scissors the fulcrum (the rivet) lies between the effort and the load, so it is a first-order lever. The others are second- or third-order levers.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Q11 - Levers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mechanical advantage of a second-order lever is always: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less than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greater than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equal to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zero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Q11 - Levers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mechanical advantage of a second-order lever is always: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less than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greater than 1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equal to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zero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In a second-order lever the load lies between the fulcrum and the effort, so the effort-arm is always longer than the load-arm, giving MA &gt; 1 (a force multiplier).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Q12 - Levers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pair of forceps (tongs) has a mechanical advantage less than one. We still use such third-order levers because they: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give a gain in speed and a wider range of movement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reduce friction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change the direction of the force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multiply the effort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Q12 - Levers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pair of forceps (tongs) has a mechanical advantage less than one. We still use such third-order levers because they: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give a gain in speed and a wider range of movement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reduce friction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change the direction of the force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multiply the effort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third-order lever has its effort between the fulcrum and load, so MA &lt; 1; it is used because the load end moves faster and over a larger distance than the effort.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Q13 - Levers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human forearm lifting a load held in the hand acts as a lever of which order?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Second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 order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Third order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First order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Q13 - Levers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human forearm lifting a load held in the hand acts as a lever of which order?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Second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 order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Third order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First order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elbow is the fulcrum and the biceps (effort) acts between the elbow and the load in the hand, so the forearm is a third-order lever.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Q14 - Pulley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single fixed pulley is used to draw water from a well mainly because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lets you pull down to raise the bucket up (changes the direction of effort)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has a mechanical advantage of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reduces the weight of the water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multiplies the effort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Q14 - Pulley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single fixed pulley is used to draw water from a well mainly because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lets you pull down to raise the bucket up (changes the direction of effort)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has a mechanical advantage of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reduces the weight of the water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multiplies the effort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single fixed pulley has an ideal MA of 1; it does not reduce the effort but lets you apply it in a convenient (downward) direction.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Q15 - Pulley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ideal mechanical advantage of a single movable pulley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Q15 - Pulley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ideal mechanical advantage of a single movable pulley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2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In a single movable pulley the load is shared by two segments of the rope, so the effort is half the load and the ideal MA is 2.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Q16 - Wheel and axle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steering wheel of radius 20 cm turns an axle of radius 4 cm. Its ideal mechanical advantage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80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Q16 - Wheel and axle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steering wheel of radius 20 cm turns an axle of radius 4 cm. Its ideal mechanical advantage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5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80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For a wheel and axle, MA = radius of wheel / radius of axle = 20 / 4 = 5.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Q17 - Inclined plane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12 m long ramp rises to a height of 3 m. The ideal mechanical advantage of the ramp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0.25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Q17 - Inclined plane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12 m long ramp rises to a height of 3 m. The ideal mechanical advantage of the ramp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4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0.25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For an inclined plane, MA = length of slope / height = 12 / 3 = 4.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Q18 - Wedge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wedge, such as the blade of an axe, is essentially: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single lever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wheel and axle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two inclined planes joined back to 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movable pulley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Q18 - Wedge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wedge, such as the blade of an axe, is essentially: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single lever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wheel and axle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two inclined planes joined back to back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movable pulley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wedge is made of two inclined planes joined along their slopes; it is used to separate, split or cut, as an axe splits wood.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Q19 - Screw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screw can be regarded 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first-order lever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two pulleys in series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 inclined plane wrapped around a cylinder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flat wedge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Q19 - Screw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screw can be regarded 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first-order lever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two pulleys in series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an inclined plane wrapped around a cylinder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flat wedge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thread of a screw is simply an inclined plane wound around a cylinder; the distance between two threads is its pitch.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Q20 - Care of machines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Oiling and greasing the moving parts of a machine raises its efficiency because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reduces the friction between the parts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increases its mechanical advantage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increases the load it can lift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creates extra energy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Q20 - Care of machines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Oiling and greasing the moving parts of a machine raises its efficiency because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reduces the friction between the parts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increases its mechanical advantage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increases the load it can lift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creates extra energy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Oil reduces friction between moving parts, so less input work is wasted as heat and the efficiency rises (closer to the ideal).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Subjective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long-answer questions — write full answers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Subjective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 —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Define work and state its SI unit. A boy pushes hard against a wall with a force of 200 N but the wall does not move. How much work does he do? Give a reason.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[ 3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 —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Define work and state its SI unit. A boy pushes hard against a wall with a force of 200 N but the wall does not move. How much work does he do? Give a reason.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Work is done when a force acts on a body and the body moves in the direction of the force: Work = Force x distance moved (W = F x s).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SI unit of work is the joule (J); 1 J = 1 N moved through 1 m.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Work done = 0, because the wall does not move (displacement = 0), so no work is done however large the force applied.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 — MA, VR &amp; Efficiency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Define mechanical advantage and velocity ratio. Why is the efficiency of an actual machine always less than 100%? Write the relation between efficiency, MA and VR.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[ 4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 — MA, VR &amp; Efficiency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Define mechanical advantage and velocity ratio. Why is the efficiency of an actual machine always less than 100%? Write the relation between efficiency, MA and VR.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Mechanical advantage (MA) = Load / Effort; it tells how many times a machine multiplies the effort (no unit).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Velocity ratio (VR) = distance moved by effort / distance moved by load (no unit).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Efficiency is always &lt; 100% because some input work is always used up against friction and in moving the machine's own parts, so useful output &lt; input.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Relation: Efficiency = MA / VR.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Q3 — Principle of a lever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State the principle of a lever. A see-saw has a 400 N child sitting 1.5 m from the pivot. Where must a 600 N child sit on the other side to balance it?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[ 3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Q3 — Principle of a lever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State the principle of a lever. A see-saw has a 400 N child sitting 1.5 m from the pivot. Where must a 600 N child sit on the other side to balance it?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Principle (law of moments): when a lever is balanced, Load x load-arm = Effort x effort-arm (anticlockwise moment = clockwise moment).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400 x 1.5 = 600 x d, so 600 = 600 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d = 1.0 m from the pivot on the opposite side.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Q4 — Orders of levers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Name the three orders of levers. For each, state the relative position of the load, effort and fulcrum, and give one example.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[ 4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Q4 — Orders of levers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Name the three orders of levers. For each, state the relative position of the load, effort and fulcrum, and give one example.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First order: fulcrum lies between the load and the effort — e.g. a see-saw, a pair of scissors or a crowbar.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Second order: load lies between the fulcrum and the effort — e.g. a wheelbarrow or a nutcracker (MA always &gt; 1).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Third order: effort lies between the fulcrum and the load — e.g. forceps, a fishing rod or the human forearm (MA always &lt; 1).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A9396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Q5 — Inclined plane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What is an inclined plane? A man rolls a 500 N barrel up a 4 m long plank onto a platform 1 m high. Find the ideal mechanical advantage and the ideal effort needed.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[ 3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Q5 — Inclined plane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What is an inclined plane? A man rolls a 500 N barrel up a 4 m long plank onto a platform 1 m high. Find the ideal mechanical advantage and the ideal effort needed.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An inclined plane is a sloping flat surface used to raise a load with less effort applied over a longer distance.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Ideal MA = length of slope / height = 4 / 1 = 4.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Ideal effort = Load / MA = 500 / 4 = 125 N.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Well Practised!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Re-check every numerical you missed and revise the orders of levers and the MA of each machine before the test.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