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light path: cornea → aqueous humour → pupil → lens → vitreous humour → retina. Image on the retina is real and inverted; the brain re-inverts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Cornea = fixed refraction; iris/pupil = light control; lens+ciliary = focusing; retina+optic nerve = detection. Yellow spot = sharpest vision, blind spot = no receptors.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Accommodation = the lens changing focal length via the ciliary muscles. Near point 25 cm, far point infinity. The lens cannot focus objects closer than the near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Persistence of vision (~1/16 s) underlies moving pictures. Retinal image is inverted; binocular vision gives depth perception.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defects. Myopia → concave; hypermetropia → convex; presbyopia → bifocal; astigmatism → cylindrical. Tie each to where the image forms relative to the retina.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Concave lens diverges light first, correcting myopia; convex lens adds convergence, correcting hypermetropia. Power of the lens P = 1/f (f in metres).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distant objects u → ∞, so 1/f = 1/v. The negative power confirms a concave (diverging) lens is needed for myopia.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Simple microscope = one convex lens (magnifier). Compound microscope = objective + eyepiece; magnifications multiply. Used for tiny nearby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Astronomical telescope: long-focus objective + short-focus eyepiece. m = f_o/f_e. Contrast with the microscope's short-focus objective for near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the defect–correction pairs and the microscope/telescope distinction are the key exam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Homework MCQs — let pupils attempt first. Answer key: Q1: B. cornea;  Q2: B. iris;  Q3: C. retina;  Q4: B. cones;  Q5: B. 25 cm.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Homework MCQs — let pupils attempt first. Answer key: Q6: B. in front of the retina;  Q7: B. convex;  Q8: C. cylindrical lens;  Q9: B. convex lens;  Q10: B. f_o / f_e.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CLASS 10 • OPTICS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The Human Eye &amp; Optical Instruments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Structure of the eye  •  Accommodation  •  Defects of vision  •  Microscope &amp; telescope</a:t>
            </a:r>
          </a:p>
        </p:txBody>
      </p:sp>
      <p:pic>
        <p:nvPicPr>
          <p:cNvPr id="7" name="Picture 6" descr="tn10_eye_stru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the structure of the human eye and the function of each part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accommodation and the near and far points of the eye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Identify the defects of vision and how each is corrected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Calculate the power of a corrective lens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the simple and compound microscope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the astronomical telescope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The Human Eye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How the eye forms an image and adjusts focus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Structure of the Human Eye</a:t>
            </a:r>
          </a:p>
        </p:txBody>
      </p:sp>
      <p:pic>
        <p:nvPicPr>
          <p:cNvPr id="6" name="Picture 5" descr="tn10_eye_stru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175" y="1874519"/>
            <a:ext cx="448056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88175" y="5769864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Vertical section of the human eye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A living optical instrument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D2433"/>
                </a:solidFill>
                <a:latin typeface="Calibri"/>
              </a:rPr>
              <a:t>The eye focuses light to form a real, inverted image on the retina — like a natural camera.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D2433"/>
                </a:solidFill>
                <a:latin typeface="Calibri"/>
              </a:rPr>
              <a:t>Most bending of light happens at the cornea; the lens makes the fine adjustment.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D2433"/>
                </a:solidFill>
                <a:latin typeface="Calibri"/>
              </a:rPr>
              <a:t>The retina has rods (dim light) and cones (colour) that signal the brain along the optic nerve.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D2433"/>
                </a:solidFill>
                <a:latin typeface="Calibri"/>
              </a:rPr>
              <a:t>The figure shows the eye in section, from the cornea in front to the optic nerve behind.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PARTS &amp;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Parts of the Eye and What They 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Cornea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transparent front layer where most refraction of light takes place.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Iris &amp; pupil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iris controls the size of the pupil, adjusting how much light enters.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en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Eye lens &amp; ciliary muscles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flexible lens whose focal length the ciliary muscles change to focus.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ey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Retina, rods &amp; cones, optic nerve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screen where the image forms; rods/cones convert it to signals for the brain.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ACCOMMODATION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Power of Accommodation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The ability of the eye to change the focal length of its lens so as to focus objects at different distances is called accommodation.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Near point = 25 cm   •   Far point = infinity (normal eye)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Distant object: ciliary muscles relax, the lens is thin (long focal length).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Near object: ciliary muscles contract, the lens becomes thick (short focal length).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least distance of distinct vision for a normal eye is 25 cm.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PERSISTENCE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A Couple of Key Facts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79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6A4C93"/>
                </a:solidFill>
                <a:latin typeface="Calibri"/>
              </a:rPr>
              <a:t>Good to remember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3051291"/>
            <a:ext cx="100584" cy="591494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898648"/>
            <a:ext cx="9784080" cy="9540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Persistence of vision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An image stays on the retina for about 1/16 s after the object is removed — the basis of cinema.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4005315"/>
            <a:ext cx="100584" cy="591494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852671"/>
            <a:ext cx="9784080" cy="9540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Real, inverted image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retinal image is real and inverted; the brain interprets it as upright.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4959339"/>
            <a:ext cx="100584" cy="591494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806695"/>
            <a:ext cx="9784080" cy="9540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Two eyes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Binocular vision gives a wider field of view and helps us judge distance (depth).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— The Eye &amp; Accommodation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Most refraction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the human eye, most of the refraction (bending) of incoming light takes place at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Retina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Cornea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Iris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Optic nerve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Most refraction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the human eye, most of the refraction (bending) of incoming light takes place at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Retina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Cornea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Iris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Optic nerve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greatest change in direction of light happens as it enters the curved, transparent cornea. The eye lens then makes only the fine focusing adjustment.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Focusing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eye focuses on objects at different distances by the ciliary muscles changing the lens's: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Diameter of the pupil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Focal length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Colour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Position on the retina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Focusing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eye focuses on objects at different distances by the ciliary muscles changing the lens's: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Diameter of the pupil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Focal length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Colour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Position on the retina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Accommodation works by the ciliary muscles altering the curvature — and hence the focal length — of the flexible eye lens, not by moving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Least distance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For a normal human eye, the least distance of distinct vision (near point) is about: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10 cm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25 cm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50 cm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infinity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Least distance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For a normal human eye, the least distance of distinct vision (near point) is about: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10 cm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25 cm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50 cm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infinity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normal eye can focus objects clearly from 25 cm (the near point) out to infinity (the far point). Objects closer than 25 cm look blurred.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Retinal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image formed on the retina of a normal eye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Virtual and erect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Real and inverted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Virtual and inverted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Real and erect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Retinal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image formed on the retina of a normal eye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Virtual and erect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Real and inverted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Virtual and inverted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Real and erect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convex eye-lens system forms a real, inverted image on the retina; the brain processes it so that we perceive the world the right way up.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Defects of Vision &amp; Optical Instruments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Correcting sight, and seeing the very small and very far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DEFECTS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Common Defects of Vision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y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Myopia (short sight)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Distant objects blur; the image forms IN FRONT of the retina. Corrected by a concave (diverging) lens.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y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Hypermetropia (long sight)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Near objects blur; the image forms BEYOND the retina. Corrected by a convex (converging) lens.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Presbyopia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lens hardens with age and the near point recedes; corrected by bifocal (or progressive) lenses.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Astigmatism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Uneven curvature of the cornea blurs some directions; corrected by a cylindrical lens.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MYOPIA VS HYPERMETROPIA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Where the Image Forms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A defect is named by where the image of the object falls relative to the retina.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Myopia: image before the retina  •  Hypermetropia: image behind the retina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Myopia — eyeball too long or lens too converging; a concave lens moves the image back onto the retina.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Hypermetropia — eyeball too short or lens too weak; a convex lens moves the image forward onto the retina.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corrective lens supplies exactly the missing (or excess) converging power.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Power of a Corrective Lens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A4C93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A short-sighted person cannot see beyond 2 m. Find the power of the spectacle lens that lets them see distant objects. (The lens must form the image of a distant object at their far point, 2 m.)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The concave lens forms a virtual image at the far point: v = −2 m, u = −∞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1/f = 1/v − 1/u = (−1/2) − 0 = −0.5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f = −2 m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P = 1/f = 1/(−2)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 = −0.5 D  (a concave lens, as expected for myopia)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MICROSCOPE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Microscopes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av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Simple microscope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single convex lens of short focal length used as a magnifying glass; gives a virtual, erect, magnified image.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av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Compound microscope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Two convex lenses — an objective and an eyepiece — to see very small, near objects.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en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How it magnifies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objective forms a real magnified image, which the eyepiece magnifies further like a simple microscope.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en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Total magnification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m = m(objective) × m(eyepiece) — the two magnifications multiply.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TELESCOPE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Astronomical Telescope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To see distant objects such as stars and planets.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en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Two lenses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large objective (long focal length) and an eyepiece (short focal length).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ray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Image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objective forms a real image of the distant object; the eyepiece magnifies 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en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Magnification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In normal adjustment, m = f(objective) / f(eyepiece).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Structure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cornea refracts; lens+ciliary focus; retina detects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Accommodation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lens changes focal length; near point 25 cm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Myopia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image before retina → concave lens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Hypermetropia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image behind retina → convex lens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Microscope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simple = one lens; compound = objective + eyepiece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Telescope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 = f(objective) / f(eyepiece)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Defects &amp; Instruments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Correct myopia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Myopia (short-sightedness) is corrected using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Convex lens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Concave lens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Cylindrical lens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Bifocal lens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Correct myopia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Myopia (short-sightedness) is corrected using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Convex lens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Concave lens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Cylindrical lens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Bifocal lens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In myopia the image forms in front of the retina, so a concave (diverging) lens is used to push the image back onto the retina.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Old 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With advancing age a person finds it hard to read small print held close. This defect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Myopia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Astigmatism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Presbyopia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Colour blindness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Old 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With advancing age a person finds it hard to read small print held close. This defect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Myopia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Astigmatism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Presbyopia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Colour blindness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Presbyopia is the age-related loss of accommodation as the lens stiffens; the near point recedes, so close work needs a converging (often bifocal) lens.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Power 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power of the lens used to correct hypermetropia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Negative (concave)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Positive (convex)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Zero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Always −0.5 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Power 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power of the lens used to correct hypermetropia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Negative (concave)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Positive (convex)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Zero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Always −0.5 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Hypermetropia needs extra converging power to bring the image forward onto the retina, so a convex lens of positive power is used.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Compound microscope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compound microscope uses two convex lenses because it must: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Correct colour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Magnify a small near object in two stages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See distant stars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Reduce the image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Compound microscope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compound microscope uses two convex lenses because it must: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Correct colour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Magnify a small near object in two stages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See distant stars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Reduce the image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objective forms a real, enlarged image of the tiny object, and the eyepiece magnifies that image again — the two magnifications multiply for a very high total magnification.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Telescope magnification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normal adjustment the magnification of an astronomical telescope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f(eyepiece) / f(objective)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f(objective) × f(eyepiece)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f(objective) / f(eyepiece)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f(objective) + f(eyepiece)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Telescope magnification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normal adjustment the magnification of an astronomical telescope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f(eyepiece) / f(objective)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f(objective) × f(eyepiece)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f(objective) / f(eyepiece)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f(objective) + f(eyepiece)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telescope uses a long-focus objective and a short-focus eyepiece, so m = f_o/f_e — a large ratio gives high magnification of distant objects.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Seeing the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From the near point of the eye to a distant star, lenses — natural and made — bend light so that we can see.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Homework — Quick MCQs  (1–5 of 10)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1064240" cy="4983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310896" cy="310896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737360"/>
            <a:ext cx="10149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Most of the refraction of light entering the eye occurs at the: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139696"/>
            <a:ext cx="1014984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(A) lens   (B) cornea   (C) retina   (D) pupil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724911"/>
            <a:ext cx="310896" cy="310896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724911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679191"/>
            <a:ext cx="10149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The size of the pupil is controlled by the: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81527"/>
            <a:ext cx="1014984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(A) cornea   (B) iris   (C) retina   (D) ciliary muscle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666744"/>
            <a:ext cx="310896" cy="310896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6667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621024"/>
            <a:ext cx="10149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The light-sensitive screen of the eye is the: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023360"/>
            <a:ext cx="1014984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(A) cornea   (B) iris   (C) retina   (D) sclera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608576"/>
            <a:ext cx="310896" cy="310896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0857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562856"/>
            <a:ext cx="10149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Colour vision is due to the retinal cells called: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965192"/>
            <a:ext cx="1014984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(A) rods   (B) cones   (C) nerves   (D) muscles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5550407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550407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504688"/>
            <a:ext cx="10149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The near point of a normal human eye is about: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907024"/>
            <a:ext cx="1014984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(A) 10 cm   (B) 25 cm   (C) 50 cm   (D) 100 cm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Homework — Quick MCQs  (6–10 of 10)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1064240" cy="4983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310896" cy="310896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737360"/>
            <a:ext cx="10149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In myopia the image of a distant object is formed: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139696"/>
            <a:ext cx="1014984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(A) on the retina   (B) in front of the retina   (C) behind the retina   (D) at the cornea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724911"/>
            <a:ext cx="310896" cy="310896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724911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679191"/>
            <a:ext cx="10149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Hypermetropia is corrected using a lens that is: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81527"/>
            <a:ext cx="1014984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(A) concave   (B) convex   (C) cylindrical   (D) plane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666744"/>
            <a:ext cx="310896" cy="310896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6667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621024"/>
            <a:ext cx="10149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Astigmatism is corrected using a: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023360"/>
            <a:ext cx="1014984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(A) concave lens   (B) convex lens   (C) cylindrical lens   (D) bifocal lens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608576"/>
            <a:ext cx="310896" cy="310896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0857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562856"/>
            <a:ext cx="10149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 simple microscope is essentially a single: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965192"/>
            <a:ext cx="1014984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(A) concave lens   (B) convex lens   (C) plane mirror   (D) prism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5550407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550407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504688"/>
            <a:ext cx="10149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The magnification of an astronomical telescope is: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907024"/>
            <a:ext cx="1014984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(A) f_e / f_o   (B) f_o / f_e   (C) f_o × f_e   (D) f_o − f_e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