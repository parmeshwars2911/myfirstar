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Ohm's law from the previous session: R = V/I is the same relation rearranged.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everyday link: thin, long wires (like a heater coil) have high resistance; thick, short copper wires have low resistance.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resistance (depends on the specific wire) from resistivity (a property of the material).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Everyday link: old decorative light strings are in series, so if one bulb fails the whole string goes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Household appliances are wired in parallel so each gets the full mains voltage and can be switched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parallel result (2 Ω) is less than the smaller resistor (3 Ω) — a good check on the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the fuse action back to the heating effect of current: an overload heats and melts the fuse wire, breaking the circuit.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predict whether combining resistors in parallel raises or lowers the total resistance,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STD 9 • SCIENCE &amp; TECHNOLOGY •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Current Electricity —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Resistance and resistivity  •  Resistors in series and parallel  •  Domestic circuits and safety</a:t>
            </a:r>
          </a:p>
        </p:txBody>
      </p:sp>
      <p:pic>
        <p:nvPicPr>
          <p:cNvPr id="7" name="Picture 6" descr="mh9_ce2_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resistance and resistivity of a conductor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factors on which the resistance of a wire depends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Derive and use the formula for resistors in series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Derive and use the formula for resistors in parallel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domestic electrical connections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safety precautions to be taken while using electricity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Resistance and Resistivity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opposes the current, and what it depends 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Resistance of a Conductor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resistance of a conductor is the opposition it offers to the flow of electric current through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R = V /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SI unit of resistance is the ohm (Ω).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Resistance arises because the drifting electrons collide with the atoms of the conductor, losing energy as heat.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good conductor has low resistance; an insulator has very high resistance.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Factors Affecting the Resistance of a Wire</a:t>
            </a:r>
          </a:p>
        </p:txBody>
      </p:sp>
      <p:pic>
        <p:nvPicPr>
          <p:cNvPr id="6" name="Picture 5" descr="mh9_ce2_oh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Length, thickness, material and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Length: the resistance of a wire is directly proportional to its length — a longer wire has more resistance.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Area of cross-section: the resistance is inversely proportional to the area of cross-section — a thicker wire has less resistance.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Material: different materials have different resistances for the same dimensions, described by a property called resistivity.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Temperature: for most conductors the resistance increases as the temperature rises.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RESISTIVITY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Resistivity (Specific Resistance)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Combining the effects of length (l) and area of cross-section (A) gives the resistance in terms of a material constant called resistivity (ρ).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R = ρ l /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Resistivity is the resistance of a wire of that material of unit length and unit area of cross-section.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Its SI unit is the ohm-metre (Ω·m); it depends only on the material (and temperature), not on the wire's dimensions.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Metals such as silver and copper have very low resistivity (good conductors); alloys such as nichrome have high resistivity (used in heating elements).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— Resistance &amp; Resistivity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Resistance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resistance of a conductor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ease with which current 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opposition it offers to the flow of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charge stored in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potential difference across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Resistance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resistance of a conductor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ease with which current 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opposition it offers to the flow of current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charge stored in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potential difference across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Resistance opposes current; it arises from collisions of drifting electrons with the conductor's atoms.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length of a wire is doubled (keeping everything else the same), its resistance: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halves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doubles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becomes four times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length of a wire is doubled (keeping everything else the same), its resistance: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halves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doubles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the same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becomes four times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Resistance is directly proportional to length (R = ρl/A), so doubling the length doubles the resistance.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Thickness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thicker wire (larger area of cross-section) of the same material and length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resistance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same resistance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zero resistance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Thickness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thicker wire (larger area of cross-section) of the same material and length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more resistance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less resistance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same resistance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zero resistance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Resistance is inversely proportional to the area of cross-section, so a thicker wire offers less resistance.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Resistivity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resistivity of a material depends 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length of the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thickness of the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material and its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current through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Resistivity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resistivity of a material depends 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length of the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thickness of the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material and its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current through 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Resistivity is a property of the material (and its temperature); it does not depend on the wire's dimensions.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Combinations of Resistors and Domestic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Adding resistances, and using electricity safely at home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Resistors in Series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When resistors are joined end to end so that the same current flows through each, they are said to be connected in series.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Rs = R₁ + R₂ + R₃ +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same current flows through every resistor in a series combination.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total potential difference is shared among the resistors and equals the sum of the individual potential differences.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equivalent (total) resistance is larger than the largest individual resistance.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PARALLEL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Resistors in Parallel</a:t>
            </a:r>
          </a:p>
        </p:txBody>
      </p:sp>
      <p:pic>
        <p:nvPicPr>
          <p:cNvPr id="6" name="Picture 5" descr="mh9_ce2_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Same voltage, shared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resistors are connected between the same two points so that the same potential difference acts across each, they are in parallel.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potential difference is the same across every resistor, while the main current is shared among the branches.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reciprocal of the equivalent resistance equals the sum of the reciprocals of the individual resistances: 1/Rp = 1/R₁ + 1/R₂ + 1/R₃ + ...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equivalent resistance of a parallel combination is smaller than the smallest individual resistance.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Series and Parallel Combinations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Two resistors of 6 Ω and 3 Ω are connected (i) in series and (ii) in parallel. Find the equivalent resistance in each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Series: Rs = R₁ + R₂ = 6 + 3 = 9 Ω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Parallel: 1/Rp = 1/6 + 1/3 = 1/6 + 2/6 = 3/6 = 1/2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Rp = 2 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Series = 9 Ω; Parallel = 2 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DOMESTIC CIRCUITS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Domestic Connections and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Parallel wiring at home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Appliances in a house are connected in parallel across the live and neutral wires, so each receives the full supply voltage and works independently.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Live, neutral and earth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supply reaches a house through the live and neutral wires; a separate earth wire safely carries away leakage current.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Fuse and MCB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fuse or a miniature circuit breaker (MCB) is placed in the live wire; it breaks the circuit if the current becomes dangerously large.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Safety precautions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Never touch switches or appliances with wet hands, use properly earthed three-pin plugs for heavy appliances, and use wires and fuses of the correct rating.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Resistance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Opposition to current, R = V/I, unit ohm.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Factors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 increases with length, decreases with thickness; depends on material and temperature.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Resistivity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 = ρl/A; ρ is a material property, unit ohm-metre.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Series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Same current; Rs = R₁ + R₂ + ... (larger than any one).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Parallel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Same voltage; 1/Rp = 1/R₁ + 1/R₂ + ... (smaller than any one).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Domestic safety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Parallel wiring, earthing, fuse/MCB in the live wire, correct ratings.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Combinations &amp; Domestic Circuits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Three resistors of 2 Ω, 3 Ω and 5 Ω are connected in series. Their equivalent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0.97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3.3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Series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Three resistors of 2 Ω, 3 Ω and 5 Ω are connected in series. Their equivalent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10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0.97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3.3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In series, Rs = R₁ + R₂ + R₃ = 2 + 3 + 5 = 10 Ω.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4 Ω resistors are connected in parallel. Their equivalent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8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 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4 Ω resistors are connected in parallel. Their equivalent resistance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8 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 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0.5 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1/Rp = 1/4 + 1/4 = 1/2, so Rp = 2 Ω — for two equal resistors in parallel, the result is half of one.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Home wiring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Electrical appliances in a house are connected in parallel mainly so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they use less current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each gets the full supply voltage and can be operated independently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wiring is cheaper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fuse never blows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Home wiring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Electrical appliances in a house are connected in parallel mainly so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they use less current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each gets the full supply voltage and can be operated independently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wiring is cheaper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fuse never blows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Parallel wiring gives every appliance the full mains voltage and lets each be switched on or off without affecting the others.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domestic wiring, the fuse or MCB is connected in the ___ wire.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earth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neutral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any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Safety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In domestic wiring, the fuse or MCB is connected in the ___ wire.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earth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neutral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any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fuse/MCB is placed in the live wire so that, when it breaks, the appliance is disconnected from the live supply and is safe to handle.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Controlling the 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Resistance and resistivity decide how much current flows; series and parallel rules let us combine resistors, and safe domestic wiring puts it all to everyday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