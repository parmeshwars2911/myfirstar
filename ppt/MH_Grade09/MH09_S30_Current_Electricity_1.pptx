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definition I = Q/t; a steady current of 1 A means 1 coulomb of charge flows every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historical convention: current direction is opposite to electron flow, a frequent point of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copy the key symbols; they will use them in every circuit diagram for the rest of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ammeter (series) with the voltmeter (parallel) — a very common practical/diagram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condition 'temperature constant' — Ohm's law holds only while the physical conditions do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straight line through the origin is the signature of an ohmic conductor; its slope equals the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Rearranging V = IR for R is the most common numerical; check units (V in volts, I in amperes, R in ohms).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correct way to connect an ammeter and a voltmeter before 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Current Electricity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Electric current  •  Circuits and symbols  •  Potential difference  •  Ohm's law</a:t>
            </a:r>
          </a:p>
        </p:txBody>
      </p:sp>
      <p:pic>
        <p:nvPicPr>
          <p:cNvPr id="7" name="Picture 6" descr="mh9_ce1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electric current as the rate of flow of charge and give its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conduction in solids in terms of free electrons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an electric circuit using standard symbols and state each component's 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potential difference and its unit, the volt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Ohm's law and verify it experimentally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Connect an ammeter and a voltmeter correctly in a circuit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Electric Current and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flows, how it flows, and how we draw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ELECTRIC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Electric Current?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Electric current is the rate of flow of electric charge through a conductor — the amount of charge passing through any cross-section of the conductor per unit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I = Q /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current is the ampere (A); 1 A = 1 coulomb per second.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Charge Q is measured in coulombs (C); the charge on one electron is 1.6 x 10⁻¹⁹ C.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Current is measured with an ammeter, connected in series in the circuit.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Electrical Conduction in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electrons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a metal, the outermost electrons of the atoms are loosely bound and can move freely through the metal — these are called free electrons.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Random motion without a cell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Normally these free electrons move about randomly, so there is no net flow of charge in any one direction.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Drift under a cell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When a cell is connected, it sets up a potential difference that makes the free electrons drift in a definite direction — this drift is the electric current.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Conventional current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By convention, the direction of current is taken as the direction in which positive charge would flow — opposite to the actual direction of electron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CIRCUIT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Components of an Electric Circuit</a:t>
            </a:r>
          </a:p>
        </p:txBody>
      </p:sp>
      <p:pic>
        <p:nvPicPr>
          <p:cNvPr id="6" name="Picture 5" descr="mh9_ce1_symb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Reading a circuit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electric circuit is a closed conducting path through which an electric current flows.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Standard symbols are used to draw circuit diagrams so that they are understood everywhere — a cell, a battery, a switch (key), a bulb, a resistor, an ammeter and a voltmeter each have their own symbol.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cell/battery drives the current; the switch makes or breaks the circuit; the resistor controls the current; the ammeter measures current and the voltmeter measures potential difference.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Current flows only when the circuit is complete (closed); if the circuit is broken (open) at any point, no current 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Current &amp;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 current is defined as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charge stored in a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rate of flow of electric 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 of a conductor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work done by a cell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 current is defined as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charge stored in a conductor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rate of flow of electric 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resistance of a conductor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work done by a cell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 = Q/t — current is the charge passing through a cross-section per unit time, measured in amperes.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One ampere of current is equal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volt per 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coulomb per 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ohm per 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joule per second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One ampere of current is equal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one volt per 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one coulomb per 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one ohm per 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one joule per second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 A = 1 C/s: a current of one ampere means one coulomb of charge flows each second.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 current in a metal wire is due to the drift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positive 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 current in a metal wire is due to the drift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neutrons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positive 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loosely bound free electrons of the metal atoms drift under the applied potential difference, carrying the current.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Conventional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conventional direction of current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as the electron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opposite to the electron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from low to high 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undefined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Conventional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conventional direction of current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as the electron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opposite to the electron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from low to high 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undefined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Conventional current is taken in the direction positive charge would move — opposite to the actual electron drift.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Potential Difference and Ohm's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drives the current, and how current depends on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POTENTIAL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Potential Difference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potential difference between two points of a conductor is the work done to carry a unit charge from one point to the 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= W /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potential difference is the volt (V); 1 volt = 1 joule per coulomb.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cell or battery maintains the potential difference that drives the current through a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Potential difference is measured with a voltmeter, connected in parallel across the two points.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OHM'S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Ohm's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Ohm's law: the current through a conductor is directly proportional to the potential difference across it, provided its temperature and other physical conditions remain constant.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= I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constant of proportionality R is the resistance of the conductor; its SI unit is the ohm (Ω).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conductor that obeys Ohm's law is called an ohmic conductor.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ohm is the resistance of a conductor through which a current of 1 A flows when a potential difference of 1 V is applied across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Experimental Verification of Ohm's Law</a:t>
            </a:r>
          </a:p>
        </p:txBody>
      </p:sp>
      <p:pic>
        <p:nvPicPr>
          <p:cNvPr id="6" name="Picture 5" descr="mh9_ce1_oh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A straight-line V–I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Connect a resistance wire, an ammeter (in series), a voltmeter (in parallel across the wire), a battery, a rheostat and a key in a circuit.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Using the rheostat, change the current through the wire in steps and note the corresponding ammeter (I) and voltmeter (V) readings each time.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Calculate the ratio V/I for each pair of readings — it is found to be constant, which is the resistance R of the wire.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graph of V against I is a straight line through the origin, confirming that V is directly proportional to I — this verifies Ohm's law.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Applying Ohm's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potential difference of 6 V is applied across a resistor and a current of 0.5 A flows through it. Find the resistance.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I 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6 = 0.5 x 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6 / 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 = 12 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Electric current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Rate of flow of charge, I = Q/t, unit ampere; measured by an ammeter in series.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Free electrons drift under a potential difference; conventional current is opposite to electron flow.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Circuit &amp; symbols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closed conducting path; components have standard symbols and functions.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Potential difference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W/Q, unit volt; measured by a voltmeter in parallel.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Ohm's law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I R at constant temperature; a straight-line V–I graph verifies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Potential Difference &amp; Ohm's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Potential difference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potential difference between two points is the work done to move a unit ___ between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Potential difference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potential difference between two points is the work done to move a unit ___ between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V = W/Q — potential difference is the work done per unit charge, measured in volts (joules per coulomb).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circuit, the voltmeter and ammeter are connected respectively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series and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and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series and 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and parallel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circuit, the voltmeter and ammeter are connected respectively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series and series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parallel and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series and 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parallel and parallel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voltmeter is connected in parallel across the component; an ammeter is connected in series so the whole current passes through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Ohm's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Ohm's law, at constant temperature the current through a conductor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inversely proportional to the potential difference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directly proportional to the potential difference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independent of the potential difference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proportional to the square of the potential difference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Ohm's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Ohm's law, at constant temperature the current through a conductor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inversely proportional to the potential difference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directly proportional to the potential difference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independent of the potential difference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proportional to the square of the potential difference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V ∝ I (V = IR) as long as temperature and other physical conditions stay constant.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12 V battery drives a current of 3 A through a resistor. The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36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 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12 V battery drives a current of 3 A through a resistor. The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36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0.25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15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 = V/I = 12/3 = 4 Ω.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Charge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cell sets electrons drifting, Ohm's law tells us how much current flows, and a few standard symbols let us design and read any circuit.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