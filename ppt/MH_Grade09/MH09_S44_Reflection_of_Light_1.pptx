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law: the angle of incidence equals the angle of reflection. Second law: the incident ray, the reflected ray and the normal at the point of incidence all lie in the same plane. These laws hold for every reflecting surface, plane or curved.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shiny spoon: the inner side (concave) inverts your image, the back (convex) gives a small upright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convergence/divergence distinction decides everything about the images each mirror forms in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and label all six terms on one clear diagram; students reuse this vocabulary throughout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frequently used relation in numericals; derive it quickly from a ray parallel to the axis reflecting through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Trivial arithmetic, but check the sign convention will be applied later — here we just relate the magnitudes.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each term and the R = 2f relation before the final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of Light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Reflection and mirrors  •  Spherical mirrors  •  Terms and the R = 2f relation  •  Convergence &amp; divergence</a:t>
            </a:r>
          </a:p>
        </p:txBody>
      </p:sp>
      <p:pic>
        <p:nvPicPr>
          <p:cNvPr id="7" name="Picture 6" descr="mh9_refl1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of reflection of 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between plane, concave and convex mirrors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concave mirrors converge and convex mirrors diverge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terms related to spherical mirrors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the focal length and radius of curvature (R = 2f)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real and virtual foci for the two kinds of mirror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and Types of Mirrors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laws of reflection and the two spherical mirrors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LAWS OF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Laws of Reflection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light falls on a polished (reflecting) surface, it bounces back following two laws of reflection.</a:t>
            </a:r>
          </a:p>
        </p:txBody>
      </p:sp>
      <p:pic>
        <p:nvPicPr>
          <p:cNvPr id="8" name="Picture 7" descr="mh9_refl1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4114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SPHERICAL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Plane and Spherical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flat reflecting surface; it forms a virtual, erect image of the same size as the object, as far behind the mirror as the object is in front.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spherical mirror whose reflecting surface is the inner (caved-in) surface of the sphere; it converges a parallel beam of light to a real focus, so it is a converging mirror.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mirror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spherical mirror whose reflecting surface is the outer (bulging) surface; it diverges a parallel beam, which appears to come from a virtual focus behind the mirror — a diverging mirror.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Where they come 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spherical mirror is a small part of a hollow sphere; silvering the outside gives a concave mirror and silvering the inside gives a convex mirror.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Converging and Diverging Mirrors</a:t>
            </a:r>
          </a:p>
        </p:txBody>
      </p:sp>
      <p:pic>
        <p:nvPicPr>
          <p:cNvPr id="6" name="Picture 5" descr="mh9_refl1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Real vs virtual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 concave mirror reflects a parallel beam of light so that the rays actually meet at a single point in front of the mirror — its principal focus. This is convergence.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Because the rays really meet, a concave mirror has a real focus and can form real images.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 convex mirror reflects a parallel beam so that the rays spread out (diverge); when produced backwards they appear to come from a point behind the mirror — a virtual focus.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 convex mirror therefore always forms a virtual, erect and diminished image, whatever the position of the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Reflection &amp;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the first law of reflection, the angle of incidence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than the angle of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the angle of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the angle of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90°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the first law of reflection, the angle of incidence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than the angle of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equal to the angle of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than the angle of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90°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angle of incidence always equals the angle of reflection, both measured from the normal at the point of incidence.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Concave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reflects a parallel beam of light so that the rays: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diverge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converge to a real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absorbed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 straight through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Concave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reflects a parallel beam of light so that the rays: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diverge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converge to a real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absorbed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pass straight 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(converging) mirror brings a parallel beam together at its real principal focus in front of the mirror.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Convex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convex mirror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size as the object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Convex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convex mirror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size as the object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(diverging) mirror always forms a small, upright, virtual image, whatever the object's position.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said to have a virtual focus because the reflected parallel rays: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actually meet in front of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appear to come from a point behind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absorbed at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leave the mirror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said to have a virtual focus because the reflected parallel rays: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actually meet in front of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only appear to come from a point behind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absorbed at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leave the mirror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diverging reflected rays, produced backwards, seem to start from a virtual focus behind the convex mirror.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Terms Related to Spherical Mirrors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vocabulary you need for ray diagrams and formulae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KEY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Related to a Spherical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3415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Pole (P)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central point of the reflecting surface of the mirror.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92089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27019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Centre of curvature (C)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centre of the hollow sphere of which the mirror is a 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50763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13759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Radius of curvature (R)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radius of that sphere — the distance PC.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09437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000500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Principal axis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straight line passing through the pole P and the centre of curvature 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68111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87239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Principal focus (F)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point on the principal axis where rays parallel to the axis meet (concave) or appear to come from (convex) after reflection.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267858"/>
            <a:ext cx="100584" cy="36377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73980"/>
            <a:ext cx="9784080" cy="586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Focal length (f)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distance between the pole P and the principal focus 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 = 2F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Relation Between Focal Length and Radius of Curvature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For a spherical mirror, the principal focus lies exactly midway between the pole and the centre of curvature.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= 2f     (so f = R /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radius of curvature is twice the focal length of the mirror.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a mirror with a radius of curvature of 20 cm has a focal length of 10 cm.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relation lets us find one quantity if the other is known.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R = 2f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radius of curvature of a concave mirror is 30 cm. Find its focal 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2f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R / 2 = 30 /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 = 15 cm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of reflection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Angle of incidence = angle of reflection; incident ray, reflected ray and normal are coplanar.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Concave mirror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Converging; real focus; can form real images.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Convex mirror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Diverging; virtual focus; always a virtual, erect, diminished image.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Pole, centre of curvature, radius, principal axis, focus, focal length.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 = 2f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focus is midway between the pole and the centre of curvature.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Terms &amp; R = 2f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central point of the reflecting surface of a spherical mirror is called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principal axis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central point of the reflecting surface of a spherical mirror is called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centre of curvature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principal axis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pole (P) is the central point of the mirror's reflecting surface.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Centre of curvature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centre of the sphere of which a spherical mirror forms a part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principal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focal point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Centre of curvature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centre of the sphere of which a spherical mirror forms a part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principal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focal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centre of curvature (C) is the centre of the hollow sphere; the distance PC is the radius of curvature.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 = 2f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focal length of 12 cm. Its radius of curvature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24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36 cm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 = 2f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focal length of 12 cm. Its radius of curvature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24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36 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 = 2f = 2 × 12 = 24 cm.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Focus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principal focus of a spherical mirror lies: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midway between the pole and the 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Focus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principal focus of a spherical mirror lies: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midway between the pole and the 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R = 2f, the focus F is exactly halfway between the pole P and the centre of curvature 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Mirrors That Bend Light to a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 mirrors gather light to a real focus and convex mirrors spread it from a virtual one — the same two laws of reflection behind every curved mirror.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