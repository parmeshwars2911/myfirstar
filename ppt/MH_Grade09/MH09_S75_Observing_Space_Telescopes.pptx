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two families coming next: optical telescopes for visible light, radio telescopes for radio waves.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objective is made as large as possible to collect the maximum light from faint, distant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Large mirrors are easier and cheaper to make than large lenses, so the biggest telescopes are reflectors.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GMRT (Giant Metrewave Radio Telescope) at Narayangaon near Pune is a major Indian radio-astronomy facility.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back to the different forms of light: some radiations can only be observed from above the atmosphere.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Cold-call the difference between a refracting and a reflecting telescope, and one Indian facility.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9 • SCIENCE &amp; TECHNOLOGY • ASTRONOMY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Observing Space: Telescopes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Observing space  •  Optical telescopes  •  Radio telescopes  •  Space telescopes and ISRO</a:t>
            </a:r>
          </a:p>
        </p:txBody>
      </p:sp>
      <p:pic>
        <p:nvPicPr>
          <p:cNvPr id="7" name="Picture 6" descr="mh9_tel_re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why telescopes are needed to observe 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working of a refracting telescope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working of a reflecting telescope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 radio telescope observes space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why some telescopes are placed in space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Name Indian contributions such as the GMRT and AstroSat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Optical Telescopes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Seeing the universe with lenses and mirrors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WHY TELESCOPES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Observing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Faint and far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Objects in space are very far away and their light is very faint.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Gather more light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telescope collects far more light than the eye, so faint objects become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Magnify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also produces a larger image of a distant object.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Different forms of light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Space objects also send radio waves, X-rays and more, so different telescopes are needed for different radiations.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REFRACTING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Refracting Telescope</a:t>
            </a:r>
          </a:p>
        </p:txBody>
      </p:sp>
      <p:pic>
        <p:nvPicPr>
          <p:cNvPr id="6" name="Picture 5" descr="mh9_tel_re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Two lenses: objective + eyepiece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Made of lenses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large objective lens gathers light from the object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forms a small real image inside the tube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eyepiece magnifies that image for the eye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Bigger objective → brighter, sharper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REFLECTING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Reflecting Telescope</a:t>
            </a:r>
          </a:p>
        </p:txBody>
      </p:sp>
      <p:pic>
        <p:nvPicPr>
          <p:cNvPr id="6" name="Picture 5" descr="mh9_tel_ref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Mirrors gather the 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Uses a concave mirror instead of an objective lens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concave primary mirror gathers and converges the light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small secondary mirror sends it to the eyepiece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Newtonian: concave + plane mirror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Cassegrain: concave + convex mirror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Optical Telescopes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main reason a telescope helps us see faint space objects is that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makes them hotter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collects much more light than the eye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slows the light 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changes their colour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main reason a telescope helps us see faint space objects is that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makes them hotter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collects much more light than the eye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slows the light 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changes their colour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large objective lens or mirror gathers far more light than the pupil, making faint objects visible and magnified.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Refracting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refracting telescope is made using: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mirrors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lenses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radio dishes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prisms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Refracting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refracting telescope is made using: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mirrors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lenses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radio dishes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prisms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refracting telescope uses a large objective lens and a smaller eyepiece lens.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Reflecting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reflecting telescope, the light is first gathered by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convex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concave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prism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Reflecting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reflecting telescope, the light is first gathered by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convex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concave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plane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prism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concave primary mirror collects and converges the light; a secondary mirror directs it to the eyepiece.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Objective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objective of a telescope is made large mainly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magnify more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gather the maximum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 its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it lighter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Objective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objective of a telescope is made large mainly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magnify more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gather the maximum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reduce its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 it lighter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larger objective collects more light from faint, distant objects, giving a brighter and clearer image.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Radio and Space Telescopes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Beyond visible light, and above the atmosphere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RADIO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Radio Telescope</a:t>
            </a:r>
          </a:p>
        </p:txBody>
      </p:sp>
      <p:pic>
        <p:nvPicPr>
          <p:cNvPr id="6" name="Picture 5" descr="mh9_tel_ra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Listening to the universe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Many space objects emit radio waves, not just light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large parabolic dish reflects the radio waves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They converge to a receiver at the focus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computer builds an image from the signal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India's GMRT (near Pune) is one of the largest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SPACE TELESCOPES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Telescopes in Space and Indian 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Why go to space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atmosphere blurs and absorbs light, so telescopes placed in space give much clearer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Above the air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Space telescopes also observe X-rays and ultraviolet rays that the atmosphere blocks.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AstroSat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India's AstroSat is a space observatory that studies the sky in several kinds of radiation at once.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ISRO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Indian Space Research Organisation builds and launches these observatories and satellites.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telescopes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Gather more light and magnify faint, distant objects.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Refracting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Objective lens + eyepiece lens.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Reflecting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Concave primary mirror + secondary mirror (Newtonian, Cassegrain).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Radio telescope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Parabolic dish focuses radio waves onto a receiver; GMRT near Pune.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Space telescopes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Placed above the atmosphere for clearer views; India's AstroSat.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Radio &amp;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Radio telescope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radio telescope collects radio waves using a large: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convex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parabolic dish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concave lens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prism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Radio telescope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radio telescope collects radio waves using a large: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convex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parabolic dish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concave lens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prism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dish reflects the incoming radio waves to a receiver at its focus, where a computer builds an image.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GMRT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Giant Metrewave Radio Telescope (GMRT) is located near: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Bengaluru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Pune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Chennai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Delhi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GMRT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Giant Metrewave Radio Telescope (GMRT) is located near: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Bengaluru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Pune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Chennai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Delhi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GMRT, one of the world's largest radio telescopes, is at Narayangaon near Pune.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Space telescope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Telescopes are placed in space mainly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space is closer to the stars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atmosphere blurs and absorbs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cheaper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there is no gravity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Space telescope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Telescopes are placed in space mainly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space is closer to the stars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atmosphere blurs and absorbs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is cheaper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there is no gravity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Above the atmosphere the view is much clearer, and radiations that the air blocks can also be observed.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AstroSat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India's dedicated space observatory that studies several radiations at once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Chandrayaan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AstroSat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Mangalyaan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GMRT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AstroSat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India's dedicated space observatory that studies several radiations at once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Chandrayaan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AstroSat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Mangalyaan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GMRT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AstroSat is India's multi-wavelength space observatory, launched by ISRO.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Windows on the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Lenses, mirrors and giant dishes — on the ground and in space — let us gather faint light and radio waves from across the cosmos.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