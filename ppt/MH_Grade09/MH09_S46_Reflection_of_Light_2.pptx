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Any two of these rays are enough to locate the image; the others are useful 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object from far away inward, naming the image type at each stage; this table is a very common exam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strongly with the concave mirror, whose image changes; the convex mirror's image never changes in nature.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Getting the signs right is the whole battle in mirror numericals; insist students write signs before substituting.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the mirror formula uses 1/v + 1/u (a plus), unlike the lens formula which uses a minus — a classic slip.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every sign substitution; the negative v tells us the image is real and formed in front of the mirror.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Link each use back to the image property that makes it work — magnification, parallel beam or wide field.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students to contrast the concave and convex image tables one more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STD 9 • SCIENCE &amp; TECHNOLOGY • OPTICS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Reflection of Light —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Ray diagrams  •  Images by concave &amp; convex mirrors  •  Sign convention  •  Mirror formula &amp; magnification</a:t>
            </a:r>
          </a:p>
        </p:txBody>
      </p:sp>
      <p:pic>
        <p:nvPicPr>
          <p:cNvPr id="7" name="Picture 6" descr="mh9_refl2_conc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State the rules for drawing ray diagrams for spherical mirrors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Draw and describe images formed by a concave mirror for different object positions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the image formed by a convex mirror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Apply the Cartesian sign convention for spherical mirrors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Use the mirror formula 1/v + 1/u = 1/f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Calculate magnification and state the uses of spherical mirrors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Ray Diagrams and Images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Locating images formed by spherical mirrors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RAY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Rules for Drawing Ray Diagrams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38109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4027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Ray parallel to the principal axis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After reflection it passes through the principal focus F (concave) or appears to come from F (convex).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26120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12038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Ray through the principal focus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A ray passing through F (concave) is reflected parallel to the principal axis.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14131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00500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Ray through the centre of curvature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A ray passing through (or directed towards) C strikes the mirror normally and is reflected back along the same path.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02142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88060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Ray to the pole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A ray striking the pole P is reflected making an equal angle with the principal axis.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CONCAVE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Images Formed by a Concave Mirror</a:t>
            </a:r>
          </a:p>
        </p:txBody>
      </p:sp>
      <p:pic>
        <p:nvPicPr>
          <p:cNvPr id="6" name="Picture 5" descr="mh9_refl2_conc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855" y="1965960"/>
            <a:ext cx="4754880" cy="3657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103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4801A"/>
                </a:solidFill>
                <a:latin typeface="Calibri"/>
              </a:rPr>
              <a:t>Depends on the object's position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697480"/>
            <a:ext cx="5029200" cy="3108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3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D2433"/>
                </a:solidFill>
                <a:latin typeface="Calibri"/>
              </a:rPr>
              <a:t>The nature of the image depends on where the object is placed relative to F and C.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3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D2433"/>
                </a:solidFill>
                <a:latin typeface="Calibri"/>
              </a:rPr>
              <a:t>Object beyond C: image is real, inverted and diminished, formed between F and C.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3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D2433"/>
                </a:solidFill>
                <a:latin typeface="Calibri"/>
              </a:rPr>
              <a:t>Object at C: image is real, inverted and the same size, formed at C; object between C and F: real, inverted and magnified, beyond C.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3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D2433"/>
                </a:solidFill>
                <a:latin typeface="Calibri"/>
              </a:rPr>
              <a:t>Object between F and the pole: image is virtual, erect and magnified — the principle of a shaving/make-up mirror.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CONVEX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Images Formed by a Convex Mirror</a:t>
            </a:r>
          </a:p>
        </p:txBody>
      </p:sp>
      <p:pic>
        <p:nvPicPr>
          <p:cNvPr id="6" name="Picture 5" descr="mh9_refl2_conv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4754880" cy="3657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65215" y="2103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4801A"/>
                </a:solidFill>
                <a:latin typeface="Calibri"/>
              </a:rPr>
              <a:t>Always small, upright and virtual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65215" y="2697480"/>
            <a:ext cx="5029200" cy="3108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3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D2433"/>
                </a:solidFill>
                <a:latin typeface="Calibri"/>
              </a:rPr>
              <a:t>For a convex mirror the image is always of the same nature, whatever the object's position.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3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D2433"/>
                </a:solidFill>
                <a:latin typeface="Calibri"/>
              </a:rPr>
              <a:t>The image is always virtual, erect and diminished, formed between the pole and the focus behind the mirror.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3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D2433"/>
                </a:solidFill>
                <a:latin typeface="Calibri"/>
              </a:rPr>
              <a:t>As the object moves closer, the image grows a little but always stays smaller than the object.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3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D2433"/>
                </a:solidFill>
                <a:latin typeface="Calibri"/>
              </a:rPr>
              <a:t>Because it gives a wide, upright field of view, a convex mirror is used as a rear-view mirror and as a security mirror in shops.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Check — Ray Diagrams &amp;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Ray rule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ray parallel to the principal axis, after reflection from a concave mirror, passes through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pole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centre of curvature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principal focus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object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Ray rule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ray parallel to the principal axis, after reflection from a concave mirror, passes through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pole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centre of curvature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principal focus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object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ray parallel to the axis reflects through the principal focus F of a concave mirror.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Concave image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An object placed between the focus and the pole of a concave mirror gives an image that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real, inverted and diminished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virtual, erect and magnified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real and the same size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virtual and diminished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Concave image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An object placed between the focus and the pole of a concave mirror gives an image that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real, inverted and diminished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virtual, erect and magnified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real and the same size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virtual and diminished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With the object within the focus, a concave mirror forms a magnified, upright, virtual image — used in shaving and make-up mirrors.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Object at 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When an object is placed at the centre of curvature of a concave mirror, the image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diminished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same size as the object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magnified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virtual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Object at 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When an object is placed at the centre of curvature of a concave mirror, the image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diminished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the same size as the object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magnified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virtual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At C the image is real, inverted and exactly the same size as the object, also formed at C.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Convex 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convex mirror is preferred as a vehicle rear-view mirror because it: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magnifies vehicles behind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gives a wide, upright field of 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forms real images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reverses left and right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Convex 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convex mirror is preferred as a vehicle rear-view mirror because it: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magnifies vehicles behind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gives a wide, upright field of 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forms real images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reverses left and right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Its always-diminished, erect virtual image covers a large area behind the vehicle, so more traffic is visible.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Mirror Formula and Magnification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Calculating image position, size and nature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SIGN CONVENTION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Cartesian Sign Convention for Mirrors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38109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4027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Origin at the pole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All distances are measured from the pole P of the mirror, along the principal axis.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26120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12038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Direction of incident light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Distances measured in the direction of the incident light (to the right) are positive; those against it (to the left) are negative.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14131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00500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Object distance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The object is always placed to the left, so the object distance u is negative.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02142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88060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Heights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Heights measured upwards (above the axis) are positive; heights measured downwards are negative.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MIRROR FORMULA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Mirror Formula and Magnification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The mirror formula relates the object distance (u), image distance (v) and focal length (f) of a spherical mirror, valid for all mirrors and all object positions with the sign convention.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1/v + 1/u = 1/f     •     m = h₂/h₁ = −v/u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For a concave mirror f is negative; for a convex mirror f is positive.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negative magnification means a real, inverted image; a positive magnification means a virtual, erect image.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|m| &gt; 1 means magnified, |m| &lt; 1 means diminished.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Using the Mirror Formula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4801A"/>
                </a:solidFill>
                <a:latin typeface="Calibri"/>
              </a:rPr>
              <a:t>Problem.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An object is placed 30 cm in front of a concave mirror of focal length 20 cm. Find the image distance and magnification.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10881360" cy="2651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49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Sign convention: u = −30 cm, f = −20 cm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1/v = 1/f − 1/u = 1/(−20) − 1/(−30) = −3/60 + 2/60 = −1/60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v = −60 cm (negative → real image, in front of the mirror)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m = −v/u = −(−60)/(−30) = −2  (real, inverted, magnified 2×)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7492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074920"/>
            <a:ext cx="10149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A9D8F"/>
                </a:solidFill>
                <a:latin typeface="Calibri"/>
              </a:rPr>
              <a:t>Answer: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v = −60 cm; real, inverted, magnified image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USES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Uses of Spherical Mirrors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ye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Concave — shaving/make-up mirror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With the face within the focus, it gives an enlarged, erect image.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ulb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Concave — headlamps &amp; torches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bulb at the focus produces a strong parallel beam of light.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un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Concave — solar devices &amp; floodlights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Concentrate sunlight at the focus, or give a bright beam when the source is beyond C.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eye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Convex — rear-view &amp; security mirrors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Give a wide, upright field of view so a large area is visible.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Ray rules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Parallel→F; through F→parallel; through C→back along itself.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Concave images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Vary with object position — real/inverted far off, virtual/magnified within F.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Convex images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Always virtual, erect and diminished.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Sign convention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Distances from the pole; incident-light direction positive; object distance negative.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Mirror formula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1/v + 1/u = 1/f; m = −v/u.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Uses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Headlamps, shaving mirrors, solar devices, rear-view mirrors.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Formula &amp; Magnification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Sign convention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 the Cartesian sign convention for mirrors, the object distance u is always taken as: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positive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negative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zero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equal to f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Sign convention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 the Cartesian sign convention for mirrors, the object distance u is always taken as: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positive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negative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zero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equal to 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object is placed to the left of the pole, against the incident-light direction, so u is negative.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Mirror formula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mirror formula relating u, v and f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1/v − 1/u = 1/f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1/v + 1/u = 1/f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 + u = 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1/f = 1/v × 1/u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Mirror formula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mirror formula relating u, v and f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1/v − 1/u = 1/f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1/v + 1/u = 1/f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v + u = 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1/f = 1/v × 1/u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mirror formula is 1/v + 1/u = 1/f (a plus sign, unlike the lens formula).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Magnification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magnification of −3 produced by a concave mirror means the image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virtual, erect and magnified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real, inverted and magnified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virtual and diminished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real and the same size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Magnification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magnification of −3 produced by a concave mirror means the image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virtual, erect and magnified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real, inverted and magnified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virtual and diminished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real and the same size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negative magnification indicates a real, inverted image; its magnitude of 3 means it is three times the object's size.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Uses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mirror used in vehicle headlamps to produce a powerful parallel beam is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plane mirror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convex mirror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concave mirror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flat glass sheet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Uses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mirror used in vehicle headlamps to produce a powerful parallel beam is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plane mirror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convex mirror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concave mirror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flat glass sheet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bulb placed at the focus of a concave mirror produces a strong parallel beam, ideal for a headlamp.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From Rays to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A few ray rules, a careful sign convention and one mirror formula let us predict exactly where a spherical mirror forms its image and how big it will be.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