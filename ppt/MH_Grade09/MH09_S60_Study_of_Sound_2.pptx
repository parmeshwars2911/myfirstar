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light: sound is far slower, which is why we see lightning before we hear thunder.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Dogs and bats hear ultrasonic frequencies; whales and elephants use infrasonic sound over long distances.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0.1 s is the minimum gap the ear can separate; hence the ~17 m minimum distance for a distinct echo at 340 m/s.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factor of 2 is because the sound travels to the cliff and back; always halve for the one-way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Reverberation is many overlapping reflections, unlike a single distinct echo — a common distinction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distinguish an echo (one reflection) from reverberation (many).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9 • SCIENCE &amp; TECHNOLOGY •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Study of Sound —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Speed of sound  •  Audible range  •  Reflection &amp; echo  •  Reverberation, SONAR and sonography</a:t>
            </a:r>
          </a:p>
        </p:txBody>
      </p:sp>
      <p:pic>
        <p:nvPicPr>
          <p:cNvPr id="7" name="Picture 6" descr="mh9_snd2_ec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speed of sound and how it varies with the medium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Classify sounds as infrasonic, audible and ultrasonic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laws of reflection of sound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echo and the condition for hearing 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echo from reverberation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SONAR and sonography as uses of ultrasound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Speed and Range of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fast sound travels and what we can hear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Speed of Sound in Different Media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In air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About 340 m/s at ordinary room temperature.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Fastest in solids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Sound travels fastest in solids, slower in liquids, slowest in gases.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Why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more closely packed the particles, the faster the vibration is passed 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Temperature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In a gas, the speed of sound increases as the temperature rises.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Audible Range and Beyond</a:t>
            </a:r>
          </a:p>
        </p:txBody>
      </p:sp>
      <p:pic>
        <p:nvPicPr>
          <p:cNvPr id="6" name="Picture 5" descr="mh9_snd2_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Infrasonic, audible, ultrasonic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Audible sound: about 20 Hz to 20,000 Hz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Infrasonic: below 20 Hz (e.g. earthquakes)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Ultrasonic: above 20,000 Hz (e.g. bats, SONAR)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audible range narrows with age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Many animals hear beyond the human range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Speed &amp;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travels fastest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 (a solid)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vacuum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travels fastest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steel (a solid)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vacuum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Closely packed particles pass on the vibration quickest, so sound is fastest in solids and cannot travel in a vacuum.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Air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speed of sound in air at ordinary room temperature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 m/s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340 m/s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3400 m/s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 × 10⁸ m/s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Air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speed of sound in air at ordinary room temperature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34 m/s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340 m/s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3400 m/s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 × 10⁸ m/s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Sound travels at roughly 340 m/s in air; the exact value rises a little as temperature increases.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Ultrasonic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Sounds of frequency above 20,000 Hz are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infrasonic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audible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ultrasonic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supersonic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Ultrasonic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Sounds of frequency above 20,000 Hz are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infrasonic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audible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ultrasonic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supersonic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Above the human audible limit of 20,000 Hz, sound is ultrasonic — used by bats and in SONAR.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Infrasonic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sound of frequency 10 Hz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audible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ultrasonic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infrasonic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supersonic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Infrasonic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sound of frequency 10 Hz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audible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ultrasonic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infrasonic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supersonic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Below 20 Hz the sound is infrasonic, beyond the lower limit of human hearing.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Reflection of Sound and Its 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Echo, reverberation, SONAR and sonography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REFLECTION &amp; ECHO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Reflection of Sound and 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Laws of reflection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Sound obeys the laws of reflection: angle of incidence = angle of reflection.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Echo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An echo is a sound heard again after reflection from a distant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Condition for an echo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reflecting surface must be far enough that the echo returns at least 0.1 s later — about 17 m or more away.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Distance formula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For an echo heard after time t, distance = (v × t) / 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Finding Distance from an 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801A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person claps and hears the echo from a cliff after 2 s. If the speed of sound is 340 m/s, how far away is the cliff?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distance = (v × t) / 2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= (340 × 2) /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= 340 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Reverberation, SONAR and Sonography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v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Reverberation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Repeated reflections of sound in a closed hall make it persist; too much reverberation is reduced with soft, absorbing materials.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av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SONAR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Ships send ultrasonic pulses and time the reflected echo to measure the depth of the sea or locate objects underwater.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Sonography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Ultrasound is used in medicine to form images of internal organs and of a developing baby.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Other uses of ultrasound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Cleaning delicate parts and detecting flaws (cracks) inside metal blocks.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Speed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≈ 340 m/s in air; fastest in solids, slowest in gases.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Range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Infrasonic &lt; 20 Hz; audible 20–20,000 Hz; ultrasonic &gt; 20,000 Hz.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Echo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Reflected sound; needs ~17 m; distance = v t / 2.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Reverberation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Many overlapping reflections in a hall.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SONAR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Ultrasonic echo-ranging to find depth/objects underwater.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Sonography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Medical imaging using ultrasound.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Echo &amp; Ultrasound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echo is heard when sound is ___ from a distant surface.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absorbed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refracted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produced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echo is heard when sound is ___ from a distant surface.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absorbed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reflected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refracted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produced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An echo is simply the original sound heard again after it has been reflected back.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Echo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boy hears the echo of his shout from a wall 1 s later. If sound travels at 340 m/s, the wall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340 m 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170 m away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680 m away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 m away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Echo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boy hears the echo of his shout from a wall 1 s later. If sound travels at 340 m/s, the wall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340 m 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170 m away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680 m away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34 m away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distance = (v × t)/2 = (340 × 1)/2 = 170 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Reverberation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persistence of sound in a hall due to repeated reflections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echo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reverberation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refraction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resonance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Reverberation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persistence of sound in a hall due to repeated reflections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an echo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reverberation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refraction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resonance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Many overlapping reflections make the sound linger — reverberation, reduced using sound-absorbing materials.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SONAR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SONAR measures the depth of the sea using: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infrasonic waves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ultrasonic waves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 waves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radio waves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SONAR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SONAR measures the depth of the sea using: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infrasonic waves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ultrasonic waves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light waves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radio waves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SONAR sends ultrasonic pulses and times their echo from the sea-bed to calculate the depth.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Sound Put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the echo off a cliff to the SONAR of a ship and the sonography of a hospital, the reflection of sound turns a simple wave into a powerful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