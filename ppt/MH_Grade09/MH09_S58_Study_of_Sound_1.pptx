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bell-jar experiment: as air is pumped out the sound fades, proving sound needs a material medium.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Compressions are high-pressure, high-density regions; rarefactions are low-pressure, low-density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= f λ ties speed, frequency and wavelength together; it is used in almost every sound numerical.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lets us tell the same note apart on a flute and a violin, and lets us recognise a familiar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loudness (amplitude) and pitch (frequency) are independent — a common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which property changes when a guitar string is plucked harder (amplitude → loudness) versus tightened (frequency → pitch).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9 • SCIENCE &amp; TECHNOLOGY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Study of Sound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Sound waves  •  Longitudinal &amp; transverse  •  Wave terms  •  Characteristics of sound</a:t>
            </a:r>
          </a:p>
        </p:txBody>
      </p:sp>
      <p:pic>
        <p:nvPicPr>
          <p:cNvPr id="7" name="Picture 6" descr="mh9_snd1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sound is produced and why it needs a 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longitudinal and transverse waves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compressions and rarefactions in a sound wave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terms of a wave and use v = f 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loudness to amplitude and pitch to frequency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quality (timbre) of a 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Nature and Propagation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sound is and how it travels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Sound Is Produced and Travels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Produced by vibration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 vibrating body produces sound.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Needs a medium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Sound travels through a medium; it cannot travel through a vacuum.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Travels as a wave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The vibration passes energy from particle to particle without the particles moving along.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Longitudinal in air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In air, sound travels as a longitudinal wave.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WAVE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Longitudinal and Transverse Waves</a:t>
            </a:r>
          </a:p>
        </p:txBody>
      </p:sp>
      <p:pic>
        <p:nvPicPr>
          <p:cNvPr id="6" name="Picture 5" descr="mh9_snd1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Two kinds of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Longitudinal: particles vibrate along the direction of travel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Made of compressions (crowded) and rarefactions (spread out)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Transverse: particles vibrate across the direction of travel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Transverse waves have crests and troughs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Sound in air is a longitudinal wave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WAVE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and the Wave Relation</a:t>
            </a:r>
          </a:p>
        </p:txBody>
      </p:sp>
      <p:pic>
        <p:nvPicPr>
          <p:cNvPr id="6" name="Picture 5" descr="mh9_snd1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Describing a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Wavelength (λ): distance between two compressions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Frequency (f): vibrations per second, unit hertz (Hz)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Time period (T): time for one vibration, T = 1/f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Amplitude: maximum displacement of a particle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Wave relation: v = f 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Nature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cannot travel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solid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needs a material medium; with no particles to pass on the vibration, it cannot travel through a vacuum.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Wave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through air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transverse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longitudinal wave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 wave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wave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Wave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through air 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transverse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longitudinal wave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 wave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 wave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air the particles vibrate back and forth along the direction of travel, forming compressions and rarefactions.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region of a sound wave where the particles are crowded together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rarefaction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trough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region of a sound wave where the particles are crowded together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rarefaction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compression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trough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compression is a region of high density and high pressure; a rarefaction is the opposite.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wave has frequency 500 Hz and wavelength 0.66 m. Its speed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330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500 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0.66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757 m/s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wave has frequency 500 Hz and wavelength 0.66 m. Its speed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330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500 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0.66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757 m/s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v = f λ = 500 × 0.66 = 330 m/s.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Characteristics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Loudness, pitch and quality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Three Characteristics of Sound</a:t>
            </a:r>
          </a:p>
        </p:txBody>
      </p:sp>
      <p:pic>
        <p:nvPicPr>
          <p:cNvPr id="6" name="Picture 5" descr="mh9_snd1_ch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What makes sounds different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Loudness depends on the amplitude of the wave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Larger amplitude → louder sound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Pitch depends on the frequency of the wave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Higher frequency → higher pitch (shriller)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Quality (timbre) depends on the waveform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Loudness vs Pitch vs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38109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7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Loudness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Set by amplitude; measured in decibels (dB).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6120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12038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Pitch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Set by frequency; a high-pitch sound is shrill, a low-pitch sound is deep.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4131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00500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Quality (timbre)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Set by the shape of the waveform; identifies the source of the sound.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021427"/>
            <a:ext cx="100584" cy="5456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80609"/>
            <a:ext cx="9784080" cy="8801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700" b="1" i="0">
                <a:solidFill>
                  <a:srgbClr val="1D2433"/>
                </a:solidFill>
                <a:latin typeface="Calibri"/>
              </a:rPr>
              <a:t>Independent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Two sounds can have the same loudness but different pitch, or the same pitch but different quality.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is made by vibration and needs a medium.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Longitudinal wave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Compressions and rarefactions travel through the medium.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Wave 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Wavelength, frequency, time period, amplitude; v = f λ.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Loudness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Depends on amplitude.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Pitch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Depends on frequency.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Quality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Depends on the waveform — identifies the source.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depends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loudness of a sound depends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larger amplitude of vibration produces a louder sound.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shrill (high-pitched) sound has a high: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shrill (high-pitched) sound has a high: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Pitch depends on frequency; the higher the frequency, the higher the pitch.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can tell a flute from a violin playing the same note because of the sound's: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can tell a flute from a violin playing the same note because of the sound's: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loudness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Quality, set by the waveform, distinguishes the same note produced by different sources.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tuning fork vibrates with a frequency of 250 Hz.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0.004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250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0.25 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tuning fork vibrates with a frequency of 250 Hz.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0.004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250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0.25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 = 1/f = 1/250 = 0.004 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Physics of What We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vibrating source, a medium to carry it, and three simple properties — loudness, pitch and quality — explain every sound we hear.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