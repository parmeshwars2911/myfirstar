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Establish rectilinear propagation with the sunbeam example — it is the reason shadows and eclipses happen.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Classic evidence for rectilinear propagation — sunbeams, the three-card experiment, not seeing round corners, sharp shadows.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light as a fast-travelling form of energy that, unlike sound, can cross empty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shadow needs source, opaque object and screen. Distinguish the dark umbra from the softer penumbra.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umbra (full shadow) and penumbra (partial), and how the size of the source changes their proportions.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shadow needs a source, an opaque object and a screen — and the straight-line travel of light underlies it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Shadows are colourless outlines whose length changes with the Sun's height; Zero Shadow Day is the striking special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Zero Shadow Day: the overhead noon Sun means vertical objects cast no shadow — a memorable tropical event.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Recall the three material types and connect them to shadow formation — only opaque objects give a clear shadow.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Everyday and dramatic shadows — sundial, shadow play, our changing shadow, and eclipses — bridging into Part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Scattering by air molecules makes the sky blue and sunsets red. A dusty beam is scattered light reaching our eyes.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Scattering explains a family of everyday sights — blue sky, red sunsets, white clouds and visible dusty beams.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More scenes where scattering is at work, reinforcing the idea with familiar observations.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Solar eclipse: Sun–Moon–Earth in line at new moon. Stress the safety warning about never looking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Details of the solar eclipse — its timing, the small viewing region, total/partial, and the crucial safety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Lunar eclipse: Sun–Earth–Moon in line at full moon. Contrast the geometry and the safety with the solar eclipse.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Details of the lunar eclipse — its timing, the wide viewing region, the red colour, and that it is safe to watch.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side-by-side comparison of the two eclipses across timing, geometry, viewing region and safety.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dedicated safety slide — the single most important practical message of the eclipse topic.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 kinds of solar eclipse — total, partial and annular — and that what you see depends on where you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the effects of light from straight-line travel through to the two eclipses.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STD 7 • GENERAL SCIENCE • LIGHT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Effects of Light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Light travels straight  •  Shadows  •  Scattering  •  Eclipses</a:t>
            </a:r>
          </a:p>
        </p:txBody>
      </p:sp>
      <p:pic>
        <p:nvPicPr>
          <p:cNvPr id="7" name="Picture 6" descr="mh7_li_sha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that light travels in straight lines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how a shadow is formed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the scattering of light and a Zero Shadow Day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a solar eclipse and a lunar eclipse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Tell apart the umbra and the penumbra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Relate these effects to everyday sights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Straight-Line Light and Shadows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Why opaque objects cast shadows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STRAIGHT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Light Travels in Straight Lines</a:t>
            </a:r>
          </a:p>
        </p:txBody>
      </p:sp>
      <p:pic>
        <p:nvPicPr>
          <p:cNvPr id="6" name="Picture 5" descr="mh7_li_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965960"/>
            <a:ext cx="47548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13855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 straight beam of light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4801A"/>
                </a:solidFill>
                <a:latin typeface="Calibri"/>
              </a:rPr>
              <a:t>Rectilinear propagation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Light travels in straight lines, called rays.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We see this in a sunbeam through a gap or dusty air.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Because light goes straight, it cannot bend around a corner.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straight-line travel is what makes shadows form.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How We Know Light Goes Straight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A sunbeam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 ray through a window or through leaves is dead straight.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Line up the holes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You see a candle through three cards only when their holes are in line.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No seeing round corners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We cannot see behind a wall — light will not bend to reach us.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Sharp shadow edges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The clean edge of a shadow shows the light came straight.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LIGHT IS 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Light is a Form of Energy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Light is a form of energy that travels in straight lines and lets us see the world around 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travels extremely fast — faster than anything else.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can travel even through the vacuum of space.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That is how the Sun's light reaches the Earth.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SHADOWS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How a Shadow Forms</a:t>
            </a:r>
          </a:p>
        </p:txBody>
      </p:sp>
      <p:pic>
        <p:nvPicPr>
          <p:cNvPr id="6" name="Picture 5" descr="mh7_li_sha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47548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Light blocked → shadow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65215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4801A"/>
                </a:solidFill>
                <a:latin typeface="Calibri"/>
              </a:rPr>
              <a:t>Umbra &amp; penumbra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65215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A shadow forms where an opaque object blocks the light.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Needs a light source, an opaque object and a screen.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The dark centre is the umbra; the lighter edge is the penumbra.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The shadow's size changes with the distance from the light.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UMBRA &amp; PENUMBRA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Two Parts of a Shadow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Umbra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The dark central region that gets no light at all.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Penumbra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The lighter border that gets some light.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Small source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 point source gives a sharp shadow, almost all umbra.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Large source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 broad source gives a wide, soft penumbra.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WHAT IT NEEDS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Three Things a Shadow Needs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A light source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The Sun, a lamp or a torch.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An opaque object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Something that blocks the light.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A screen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 wall or the ground for the shadow to fall 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Straight light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And, of course, light travelling in straight lines.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SHADOW FACTS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More About Shadows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ec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Always dark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shadow is always black — it has no colour of its own.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Shape, not detail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shadow shows only the outline of an object, not its colour or features.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Changes through the day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Sun's changing position makes shadows long in the morning and short at noon.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Zero Shadow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Twice a year in the tropics the noon Sun is overhead and vertical objects cast almost no shadow.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ZERO SHADOW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Day Shadows Disappear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Twice a year in the tropics, the noon Sun stands exactly overhead, so a vertical object casts almost no shadow at all.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Sun's rays fall straight down along the object.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happens only between the tropics, not everywhere.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two dates depend on the place's latitude.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MATERIALS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Transparent, Translucent, Opaque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Transparent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Lets light pass fully — clear glass, water; casts no real shadow.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Translucent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Lets light pass partly — frosted glass; a faint shadow.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Opaque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Blocks light fully — wood, metal; a clear, dark shadow.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Only opaque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 sharp shadow needs an opaque object.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SHADOWS IN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Shadows Around 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un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The sundial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Tells time from the moving shadow of a rod.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Shadow play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Hand and puppet shadows on a lit screen.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Long and short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Our shadow is long at dawn, short at noon.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Eclipses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Even eclipses are giant shadows cast in space.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— Straight Light &amp; Shadows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Why shadows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Shadows are formed because light: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Bends around objects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Travels in straight lines and is blocked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very fast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Changes colour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Why shadows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Shadows are formed because light: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Bends around objects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Travels in straight lines and is blocked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very fast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Changes colour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Because light travels straight, it cannot go around an opaque object, so a dark shadow forms behind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Umbra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dark, fully shadowed central part of a shadow is called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Penumbra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Umbra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Corona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Ray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Umbra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dark, fully shadowed central part of a shadow is called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Penumbra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Umbra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Corona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Ray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umbra is the central region that receives no light at all; the lighter border around it is the penumbra.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Shadow colour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colour of a shadow is always: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colour of the object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Black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White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Shadow colour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colour of a shadow is always: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colour of the object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Black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White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shadow is simply a region where light is blocked, so it is always dark (black), whatever the colour of the object.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Zero Shadow Day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On a Zero Shadow Day, a vertical pole casts almost no shadow at noon because the Sun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Below the horizon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Exactly overhead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Very far away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Behind a cloud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Zero Shadow Day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On a Zero Shadow Day, a vertical pole casts almost no shadow at noon because the Sun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Below the horizon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Exactly overhead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Very far away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Behind a cloud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When the noon Sun is directly overhead, its rays fall straight down along a vertical object, so almost no shadow is cast.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Scattering and Eclipses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The blue sky and the shadows of worlds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SCATTERING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Scattering of Light</a:t>
            </a:r>
          </a:p>
        </p:txBody>
      </p:sp>
      <p:pic>
        <p:nvPicPr>
          <p:cNvPr id="6" name="Picture 5" descr="mh7_li_sc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965960"/>
            <a:ext cx="47548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13855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Air scatters blue light most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4801A"/>
                </a:solidFill>
                <a:latin typeface="Calibri"/>
              </a:rPr>
              <a:t>Why the sky is blue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Tiny particles in the air scatter sunlight in all directions.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Blue light scatters the most, so the sky looks blue.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At sunrise and sunset the Sun looks red, as blue is scattered away.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Scattering is why we see a beam of light in dusty or misty air.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BLUE SKY, RED SUN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Scattering Explains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Blue sky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Air scatters blue light most, so the whole sky glows blue.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Red sunrise/sunset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Light travels far through air; blue is scattered away, leaving red.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White clouds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Larger water drops scatter all colours together, so clouds look white.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A visible beam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Dust or mist scatters a torch beam so we can see its path.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SCATTERING IN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Seeing Scattering Around 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un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Daytime sky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Blue overhead because blue scatters most.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un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Evening sky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Orange and red as the Sun sinks low.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ra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Foggy headlights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Beams light up the fog by scattering.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Hazy hills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Distant hills look bluish through scattered light.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SOLAR ECLIPSE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Solar Eclipse</a:t>
            </a:r>
          </a:p>
        </p:txBody>
      </p:sp>
      <p:pic>
        <p:nvPicPr>
          <p:cNvPr id="6" name="Picture 5" descr="mh7_li_so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47548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The Moon hides the Sun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65215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4801A"/>
                </a:solidFill>
                <a:latin typeface="Calibri"/>
              </a:rPr>
              <a:t>Moon between Sun &amp; Earth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65215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Happens on a new-moon day when the Moon comes between the Sun and the Earth.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The Moon's shadow falls on the Earth, hiding the Sun.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Seen only from the small region in the Moon's shadow.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Never look at a solar eclipse with bare eyes.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SOLAR DETAILS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More on the Solar Eclipse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Only at new moon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The Moon must lie exactly between the Sun and Earth.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A small shadow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Only places in the Moon's shadow see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Total or partial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The Sun may be fully or only partly hidden.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Never look directly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Use a proper filter — bare eyes can be harmed.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LUNAR ECLIPSE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Lunar Eclipse</a:t>
            </a:r>
          </a:p>
        </p:txBody>
      </p:sp>
      <p:pic>
        <p:nvPicPr>
          <p:cNvPr id="6" name="Picture 5" descr="mh7_li_lun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965960"/>
            <a:ext cx="47548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13855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Earth's shadow on the Moon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4801A"/>
                </a:solidFill>
                <a:latin typeface="Calibri"/>
              </a:rPr>
              <a:t>Earth between Sun &amp; Moon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Happens on a full-moon day when the Earth comes between the Sun and the Moon.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Earth's shadow falls on the Moon.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Moon dims and can look coppery-red.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is quite safe to watch a lunar eclipse.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LUNAR DETAILS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More on the Lunar Eclipse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Only at full moon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The Earth must lie between the Sun and the Moon.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A big shadow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The Earth's shadow is large, so many people see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Coppery Moon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Bent red light gives the Moon a coppery glow.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Safe to watch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No harm in watching a lunar eclipse with bare eyes.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Solar vs Lunar Eclipse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Solar at new moon; lunar at full moon.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Line-up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Sun–Moon–Earth (solar); Sun–Earth–Moon (lunar).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Seen by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Solar from a small area; lunar from a wide area.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hiel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Safety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Never watch a solar eclipse directly; a lunar one is safe.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EYE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Watching Eclipses Safely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Never look at a solar eclipse with bare eyes or through ordinary glasses — the Sun's light can permanently harm the eyes.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Use special eclipse glasses or a pinhole projection.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lunar eclipse, by contrast, is perfectly safe to watch.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When in doubt, view the Sun only indirectly.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KINDS OF SOLAR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Kinds of Solar Eclipse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Total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The Moon hides the Sun completely for a short while.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Partial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The Moon covers only a part of the Sun's disc.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Annular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The Moon looks small and leaves a bright ring of Sun.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Where you stand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Which kind you see depends on your place in the shadow.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Straight light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light travels in straight-line rays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Shadow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opaque object blocks light; umbra + penumbra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Scattering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air scatters blue most → blue sky, red sunset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Zero Shadow Day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overhead noon Sun → no shadow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Solar eclipse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new moon; Moon hides the Sun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Lunar eclipse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full moon; Earth's shadow on the Moon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Scattering &amp; Eclipses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Blue sky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sky looks blue during the day because air particles scatter: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Red light most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Blue light most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All colours equally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 light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Blue sky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sky looks blue during the day because air particles scatter: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Red light most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Blue light most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All colours equally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No light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Blue light is scattered far more than the other colours by the tiny particles in the air, so the sky all around us looks blue.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Red sunset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Sun looks red at sunset because the blue light has been: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Absorbed by the Sun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Scattered away, leaving red to reach 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Reflected by the Moon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Turned into heat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Red sunset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Sun looks red at sunset because the blue light has been: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Absorbed by the Sun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Scattered away, leaving red to reach 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Reflected by the Moon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Turned into heat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At sunset the light travels a long way through air; most of the blue is scattered out, so mainly red light reaches our eyes.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Solar eclipse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solar eclipse can happen only on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Full-moon day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New-moon day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Half-moon day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Cloudy day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Solar eclipse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solar eclipse can happen only on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Full-moon day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New-moon day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Half-moon day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Cloudy day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solar eclipse needs the Moon between the Sun and Earth, which only happens at new moon.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Lunar eclipse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During a lunar eclipse, the Moon is dark because it lies in the shadow of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Sun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Earth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Clouds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Another planet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Lunar eclipse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During a lunar eclipse, the Moon is dark because it lies in the shadow of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Sun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Earth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Clouds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Another planet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At full moon the Earth can come between the Sun and Moon, so the Earth's shadow falls on the Moon and dims it.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Light, Shadow and Sky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From the blue of the sky to the shadow of the Moon, the simple fact that light travels straight explains it all.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