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rectilinear propagation with the sunbeam example — it is the reason shadows and eclipses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shadow needs source, opaque object and screen. Distinguish the dark umbra from the softer penumbra.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Shadows are colourless outlines whose length changes with the Sun's height; Zero Shadow Day is the striking special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Scattering by air molecules makes the sky blue and sunsets red. A dusty beam is scattered light reaching our eyes.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eclipse: Sun–Moon–Earth in line at new moon. Stress the safety warning about never looking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Lunar eclipse: Sun–Earth–Moon in line at full moon. Contrast the geometry and the safety with the solar eclipse.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effects of light from straight-line travel through to the two eclipses.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7 • GENERAL SCIENCE •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Effects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Light travels straight  •  Shadows  •  Scattering  •  Eclipses</a:t>
            </a:r>
          </a:p>
        </p:txBody>
      </p:sp>
      <p:pic>
        <p:nvPicPr>
          <p:cNvPr id="7" name="Picture 6" descr="mh7_li_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that light travels in straight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 shadow is formed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scattering of light and a Zero Shadow 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a solar eclipse and a lunar eclipse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apart the umbra and the penumbra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these effects to everyday 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Straight-Line Light and Shadows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opaque objects cast shadows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STRAIGHT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Light Travels in Straight Lines</a:t>
            </a:r>
          </a:p>
        </p:txBody>
      </p:sp>
      <p:pic>
        <p:nvPicPr>
          <p:cNvPr id="6" name="Picture 5" descr="mh7_li_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straight beam of 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Rectilinear propagation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travels in straight lines, called rays.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see this in a sunbeam through a gap or dusty air.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Because light goes straight, it cannot bend around a corner.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straight-line travel is what makes shadows 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Shadow Forms</a:t>
            </a:r>
          </a:p>
        </p:txBody>
      </p:sp>
      <p:pic>
        <p:nvPicPr>
          <p:cNvPr id="6" name="Picture 5" descr="mh7_li_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Light blocked → shadow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Umbra &amp; penumbra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 shadow forms where an opaque object blocks the light.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Needs a light source, an opaque object and a screen.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dark centre is the umbra; the lighter edge is the penumbra.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shadow's size changes with the distance from the light.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SHADOW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More About Shadows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Always dark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shadow is always black — it has no colour of its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Shape, not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shadow shows only the outline of an object, not its colour or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Changes through the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Sun's changing position makes shadows long in the morning and short at noon.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Zero Shadow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Twice a year in the tropics the noon Sun is overhead and vertical objects cast almost no shadow.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Straight Light &amp;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shadows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Shadows are formed because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Bends around objects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in straight lines and is 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very 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colour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shadows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Shadows are formed because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Bends around objects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Travels in straight lines and is 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very fast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Changes colour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light travels straight, it cannot go around an opaque object, so a dark shadow forms behind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Umbra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dark, fully shadowed central part of a shadow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Penumbra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Umbra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Corona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Umbra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dark, fully shadowed central part of a shadow is called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Penumbra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Umbra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Corona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umbra is the central region that receives no light at all; the lighter border around it is the penumbra.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Shadow colour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colour of a shadow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colour of the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White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Shadow colour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colour of a shadow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colour of the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Black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White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shadow is simply a region where light is blocked, so it is always dark (black), whatever the colour of the object.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Zero Shadow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Zero Shadow Day, a vertical pole casts almost no shadow at noon because the Sun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Below the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overhead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Very far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Behind a cloud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Zero Shadow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Zero Shadow Day, a vertical pole casts almost no shadow at noon because the Sun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Below the horizon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Exactly overhead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Very far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Behind a 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When the noon Sun is directly overhead, its rays fall straight down along a vertical object, so almost no shadow is cast.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Scattering and Eclipses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blue sky and the shadows of worlds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SCATTERING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Scattering of Light</a:t>
            </a:r>
          </a:p>
        </p:txBody>
      </p:sp>
      <p:pic>
        <p:nvPicPr>
          <p:cNvPr id="6" name="Picture 5" descr="mh7_li_s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Air scatters blue light most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Why the sky is 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Tiny particles in the air scatter sunlight in all directions.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Blue light scatters the most, so the sky looks blue.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At sunrise and sunset the Sun looks red, as blue is scattered away.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Scattering is why we see a beam of light in dusty or misty air.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SOLAR ECLIPSE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Solar Eclipse</a:t>
            </a:r>
          </a:p>
        </p:txBody>
      </p:sp>
      <p:pic>
        <p:nvPicPr>
          <p:cNvPr id="6" name="Picture 5" descr="mh7_li_s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Moon hides the Sun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5215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Moon between Sun &amp; Earth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Happens on a new-moon day when the Moon comes between the Sun and the Earth.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The Moon's shadow falls on the Earth, hiding the Sun.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Seen only from the small region in the Moon's shadow.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4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D2433"/>
                </a:solidFill>
                <a:latin typeface="Calibri"/>
              </a:rPr>
              <a:t>Never look at a solar eclipse with bare eyes.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LUNAR ECLIPSE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Lunar Eclipse</a:t>
            </a:r>
          </a:p>
        </p:txBody>
      </p:sp>
      <p:pic>
        <p:nvPicPr>
          <p:cNvPr id="6" name="Picture 5" descr="mh7_li_lu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Earth's shadow on the Moon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Earth between Sun &amp; Moon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5029200" cy="3108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Happens on a full-moon day when the Earth comes between the Sun and the Moon.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Earth's shadow falls on the Moon.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Moon dims and can look coppery-red.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quite safe to watch a lunar eclipse.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Straight light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travels in straight-line rays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Shadow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opaque object blocks light; umbra + penumbra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Scattering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air scatters blue most → blue sky, red sunset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Zero Shadow Day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overhead noon Sun → no shadow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Solar eclipse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new moon; Moon hides the Sun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Lunar eclipse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full moon; Earth's shadow on the Moon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Scattering &amp; Eclipses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Blue 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sky looks blue during the day because air particles scatter: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 light most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Blue light most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colours equally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light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Blue 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sky looks blue during the day because air particles scatter: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 light most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Blue light most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All colours equally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Blue light is scattered far more than the other colours by the tiny particles in the air, so the sky all around us looks blue.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Red sunset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Sun looks red at sunset because the blue light has been: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Absorbed by the 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Scattered away, leaving red to reach 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Reflected by the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Turned into heat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Red sunset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Sun looks red at sunset because the blue light has been: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Absorbed by the 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Scattered away, leaving red to reach 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Reflected by the Moon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Turned into heat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sunset the light travels a long way through air; most of the blue is scattered out, so mainly red light reaches our eyes.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Solar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solar eclipse can happen only on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Full-moon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New-moon 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Half-moon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Cloudy day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Solar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solar eclipse can happen only on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Full-moon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New-moon 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Half-moon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Cloudy day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solar eclipse needs the Moon between the Sun and Earth, which only happens at new moon.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Lunar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During a lunar eclipse, the Moon is dark because it lies in the shadow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Clouds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Another planet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Lunar eclipse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During a lunar eclipse, the Moon is dark because it lies in the shadow of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Clouds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Another planet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full moon the Earth can come between the Sun and Moon, so the Earth's shadow falls on the Moon and dims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Light, Shadow and Sky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the blue of the sky to the shadow of the Moon, the simple fact that light travels straight explains it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