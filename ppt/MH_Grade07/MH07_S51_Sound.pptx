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starts with a vibration. Define oscillation, time period and frequency carefully — frequency = oscillations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the tight link between vibration and sound: damping the vibration kills the sound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Carefully lay out the three linked quantities. If a body makes 2 oscillations per second, its time period is 0.5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familiar pendulum/swing to make oscillation, time period and frequency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travels as a longitudinal wave of compressions and rarefactions. A key point: no medium, no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needs a material medium whose particles pass the vibration along — air, water or solids all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home that sound, unlike light, cannot cross a vacuum — hence the silence of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is fastest in solids, slowest in gases, and much slower than light — hence the lightning-then-thunder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human sound production through the vibrating vocal cords and how the mouth shapes it into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sound through the ear — outer ear, eardrum, middle-ear bones, inner ear, brain.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← frequency; loudness ← amplitude; quality (timbre) distinguishes instruments. These are the three characteristics of a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is decided by frequency — high pitch from fast vibrations, low pitch from slow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Loudness is decided by amplitude and the energy carried; it grows with a harder push and fades with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(timbre) is the character of a sound that distinguishes sources at the same pitch and loudness.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audible range and the inaudible infrasound and ultrasound that some animals can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Music is regular and pleasant; noise is irregular. Note the audible range and the harm of sound (noise) pollution.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human-made sources of noise pollution, worst in crowded cities.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health effects of noise pollution — hearing damage, disturbed sleep, stress and poor concentration.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ways to reduce noise pollution — source control, green belts, silence zones and personal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sound as a form of energy — it can do work (rattle windows), spreads outward, and weakens with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production, propagation and the characteristics of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7 • GENERAL SCIENCE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How sound is made  •  Oscillations  •  How it travels  •  Characteristics of sound</a:t>
            </a:r>
          </a:p>
        </p:txBody>
      </p:sp>
      <p:pic>
        <p:nvPicPr>
          <p:cNvPr id="7" name="Picture 6" descr="mh7_sd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that sound is produced by vibrations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oscillation, time period and frequency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sound travels as a wave through a 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sound needs a medium and cannot travel in vacuum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pitch, loudness and quality of sound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apart a musical sound and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Making Sound and How It Travels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Vibrations, oscillations and the sound wave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is Made by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Vibrating bodies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Every sound is produced by a vibrating object — a drum, a string, our vocal 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Oscillation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One complete to-and-fro movement of a vibrating body is an oscillation.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Time period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time taken for one oscillation is the time period.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Frequency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number of oscillations in one second is the frequency, measured in hertz (Hz).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KEY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No Vibration, No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body makes a sound only while it is vibrating. Stop the vibration and the sound stops at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Pluck a stretched wire — it hums while it quivers.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Touch it to still it, and the sound dies instantly.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 source of sound, without exception, is vibrating.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OSCILLATION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Oscillation, Time Period,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Oscillation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One full to-and-fro swing of the vibrating body.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Time period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time for a single oscillation,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Frequency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How many oscillations happen in one second (in Hz).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They are linked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Frequency = 1 ÷ time period; faster swings, higher frequency.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OSCILLATION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Oscillatory Motion</a:t>
            </a:r>
          </a:p>
        </p:txBody>
      </p:sp>
      <p:pic>
        <p:nvPicPr>
          <p:cNvPr id="6" name="Picture 5" descr="mh7_sd_o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Pendulums keeping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To and fro, again and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swing and a pendulum show oscillatory motion.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to-and-fro repeats over equal time periods.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faster oscillation means a higher frequency.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Vibrations too fast to see still make the air carry sound.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Sound Travels</a:t>
            </a:r>
          </a:p>
        </p:txBody>
      </p:sp>
      <p:pic>
        <p:nvPicPr>
          <p:cNvPr id="6" name="Picture 5" descr="mh7_sd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Compressions and rarefactions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wave through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vibrating body pushes and pulls the air around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makes the air compress and stretch — a sound wave.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wave carries energy outward to our ears.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needs a medium — it cannot travel through a vacuum.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Needs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material to travel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Sound travels through a solid, a liquid or a gas.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Air, water, solids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hear through air; fish hear through water; sound passes through walls.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Passes it 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Particles pass the vibration from one to the next.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 particles, no sound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With nothing to carry it, sound cannot travel.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VACUUM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No Sound in a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vacuum is empty space with no particles, so there is nothing to carry a sound — a vacuum is completely silent.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bell-jar, the ringing fades as the air is pumped out.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Outer space is a vacuum, so it is utterly silent.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the great difference between sound and light.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Fast Sound Travels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Fastest in solids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Closely-packed particles pass the vibration on quickest.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Slower in liquids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Particles a little farther apart, so sound is slower.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Slowest in gases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Particles far apart in air, so sound is slowest.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Slower than light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see lightning before we hear the thunder.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HUMAN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Make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larynx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Our voice box sits at the top of the windpipe.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Vocal cords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Air from the lungs makes two vocal cords vibrate.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Shaping speech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mouth, tongue and lips shape it into 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Pitch of voice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Tighter cords vibrate faster, giving a higher voice.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Hear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Outer 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Collects sound and funnels it inward.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Eardrum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 skin that vibrates with the incoming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Middle 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Tiny bones pass the vibrations further 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Inner 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Sends the signal to the brain, and we hear.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Producing &amp; Carrying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Source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is always produced by a body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Vibrating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Heavy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Source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is always produced by a body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Vibrating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Heavy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Every sound comes from a vibrating object; when the vibration stops, the sound stops too.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number of oscillations made in one second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Time period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Wavelength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number of oscillations made in one second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Time period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Wavelength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Frequency is the number of oscillations per second, measured in hertz (Hz). Its opposite, the time for one oscillation, is the time period.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Needs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cannot travel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Needs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cannot travel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needs particles of a medium to pass on the vibrations. A vacuum has no particles, so sound cannot travel through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Time period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pendulum makes 2 oscillations each second, its time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Time period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pendulum makes 2 oscillations each second, its time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0.5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Time period = 1 / frequency = 1 / 2 = 0.5 s. Two oscillations a second means each one takes half a second.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Characteristics of 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Pitch, loudness, quality — and music versus noise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Pitch, Loudness and Quality</a:t>
            </a:r>
          </a:p>
        </p:txBody>
      </p:sp>
      <p:pic>
        <p:nvPicPr>
          <p:cNvPr id="6" name="Picture 5" descr="mh7_sd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What makes sounds differ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Three qualities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Pitch depends on frequency — faster vibration, higher pitch.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Loudness depends on the size (amplitude) of the vibration.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Quality lets us tell a violin from a flute at the same note.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Together they describe every sound we hear.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Pitch — How High or 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Set by frequency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faster vibration gives a higher pitch.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High pitch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whistle and a small bird's chirp are high-pitched.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Low pitch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drum and a lion's roar are low-pitched.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Shorter, tighter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Shorter or tighter strings vibrate faster and sound higher.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LOUDNESS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Loudness — How Strong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Set by amplitude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bigger to-and-fro (amplitude) gives a louder sound.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More energy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louder sound simply carries more energy.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Hit harder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Strike a drum harder and it booms louder.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Fades with distance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Loudness drops as the sound spreads out.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Quality (Timbre) — the Character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Tells sources apart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lets us tell a flute from a violin at the same note.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Same pitch, different feel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Two instruments can share a pitch yet sound different.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Recognising voices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is how we know a friend's voice on the phone.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Unique blend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Each source adds its own mix of tones.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AUDIBLE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We Can and Cannot Hear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Audible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Humans hear about 20 Hz to 20,000 Hz.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Infrasound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Below 20 Hz — too low for us; some animals feel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Ultrasound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Above 20,000 Hz — too high for us; bats and dogs hear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With 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top of our range drops as we grow older.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MUSIC &amp;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Musical Sound and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Musical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pleasant, regular sound with a steady pattern — like a flute or a tuned string.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unpleasant, irregular sound with no steady pattern — like a horn or a crash.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Audible 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Humans hear roughly 20 Hz to 20,000 Hz; below and above we cannot hear.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Sound pollution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Too much loud noise harms hearing and health — a form of pollution to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NOISE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Noise Comes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Vehicle horns and roaring engines.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loud music at events.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Machines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Factories, generators and construction sites.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Crackers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Sudden, very loud bangs.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HARM OF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Noise Pollution is Harmful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Hearing damage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Very loud sound can dull or damage hearing.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Sleep and rest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Continuous noise disturbs sleep and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Stress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causes headaches, tiredness and irritation.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Poor focus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makes studying and concentrating harder.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REDUCING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Controlling Sound Pollution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Quieter machines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Well-maintained, quieter engines and horns cut noise at the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Green cover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Trees along roads absorb and block a lot of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Quiet zones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No-horn zones near hospitals and schools protect people.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Personal care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Avoiding very loud music protects our own hearing.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SOUND IS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Carries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Sound is a form of energy — the vibrating source hands its energy to the medium, which carries it to our 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very loud sound can rattle windows and shake our chest.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energy spreads outward in all directions as a wave.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grows fainter with distance as the energy spreads thin.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sound comes from vibrations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Oscillation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to-and-fro; time period and frequency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Propagation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wave through a medium; none in vacuum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higher frequency → higher pitch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Loudness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bigger amplitude → louder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Music vs noise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regular &amp; pleasant vs irregular &amp; harsh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Characteristics of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pitch of a sound is decided mainly by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Quality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pitch of a sound is decided mainly by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Amplitude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Quality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higher frequency of vibration gives a higher pitch. Amplitude affects loudness, not pitch.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Loudness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loudness of a sound depends on the ___ of the vibration.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 (size)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Loudness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loudness of a sound depends on the ___ of the vibration.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Amplitude (size)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larger the amplitude of the vibration, the more energy the wave carries and the louder the sound.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Audible range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usual range of frequencies a human can hear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Hz to 200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 Hz to 20,000 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20,000 Hz to 40,000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 Hz to 10 Hz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Audible range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usual range of frequencies a human can hear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 Hz to 200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 Hz to 20,000 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20,000 Hz to 40,000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 Hz to 10 Hz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Human ears can normally hear sounds between about 20 Hz and 20,000 Hz; sounds outside this range are inaudible to us.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vs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the best description of a musical sound?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 and sudden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Regular, pleasant and with a steady pattern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Irregular and harsh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very soft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vs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the best description of a musical sound?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 and sudden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Regular, pleasant and with a steady pattern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Irregular and harsh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very soft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musical sound has regular, repeating vibrations that are pleasant to hear, unlike the irregular pattern of noise.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World of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whisper to a song, every sound is a vibration set travelling — and knowing how helps us enjoy it and tame its noise.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