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Sound starts with a vibration. Define oscillation, time period and frequency carefully — frequency = oscillations per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Sound travels as a longitudinal wave of compressions and rarefactions. A key point: no medium, no sound.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familiar pendulum/swing to make oscillation, time period and frequency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← frequency; loudness ← amplitude; quality (timbre) distinguishes instruments. These are the three characteristics of a sound.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Music is regular and pleasant; noise is irregular. Note the audible range and the harm of sound (noise) pollution.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ways to reduce noise pollution — source control, green belts, silence zones and personal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production, propagation and the characteristics of sound.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7 • GENERAL SCIENCE •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How sound is made  •  Oscillations  •  How it travels  •  Characteristics of sound</a:t>
            </a:r>
          </a:p>
        </p:txBody>
      </p:sp>
      <p:pic>
        <p:nvPicPr>
          <p:cNvPr id="7" name="Picture 6" descr="mh7_sd_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that sound is produced by vibrations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oscillation, time period and frequency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sound travels as a wave through a 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that sound needs a medium and cannot travel in vacuum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pitch, loudness and quality of sound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apart a musical sound and noise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Making Sound and How It Travels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Vibrations, oscillations and the sound wave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is Made by Vibrations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Vibrating bodies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Every sound is produced by a vibrating object — a drum, a string, our vocal 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Oscillation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One complete to-and-fro movement of a vibrating body is an oscillation.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Time period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time taken for one oscillation is the time period.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Frequency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number of oscillations in one second is the frequency, measured in hertz (Hz).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Sound Travels</a:t>
            </a:r>
          </a:p>
        </p:txBody>
      </p:sp>
      <p:pic>
        <p:nvPicPr>
          <p:cNvPr id="6" name="Picture 5" descr="mh7_sd_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Compressions and rarefactions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 wave through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vibrating body pushes and pulls the air around it.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makes the air compress and stretch — a sound wave.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wave carries energy outward to our ears.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 needs a medium — it cannot travel through a vacuum.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OSCILLATION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Oscillatory Motion</a:t>
            </a:r>
          </a:p>
        </p:txBody>
      </p:sp>
      <p:pic>
        <p:nvPicPr>
          <p:cNvPr id="6" name="Picture 5" descr="mh7_sd_o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Pendulums keeping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To and fro, again and again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swing and a pendulum show oscillatory motion.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to-and-fro repeats over equal time periods.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faster oscillation means a higher frequency.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Vibrations too fast to see still make the air carry sound.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Producing &amp; Carrying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Source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is always produced by a body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Vibrating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Heavy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Source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is always produced by a body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Vibrating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Coloured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Heavy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Every sound comes from a vibrating object; when the vibration stops, the sound stops too.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number of oscillations made in one second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Time period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Wavelength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number of oscillations made in one second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Time period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Amplitude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Wavelength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Frequency is the number of oscillations per second, measured in hertz (Hz). Its opposite, the time for one oscillation, is the time period.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Needs a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cannot travel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Needs a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cannot travel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Iron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Sound needs particles of a medium to pass on the vibrations. A vacuum has no particles, so sound cannot travel through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Time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a pendulum makes 2 oscillations each second, its time period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Time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a pendulum makes 2 oscillations each second, its time period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0.5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Time period = 1 / frequency = 1 / 2 = 0.5 s. Two oscillations a second means each one takes half a second.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Characteristics of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Pitch, loudness, quality — and music versus noise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Pitch, Loudness and Quality</a:t>
            </a:r>
          </a:p>
        </p:txBody>
      </p:sp>
      <p:pic>
        <p:nvPicPr>
          <p:cNvPr id="6" name="Picture 5" descr="mh7_sd_c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What makes sounds differ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Three qualities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Pitch depends on frequency — faster vibration, higher pitch.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Loudness depends on the size (amplitude) of the vibration.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Quality lets us tell a violin from a flute at the same note.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Together they describe every sound we hear.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MUSIC &amp;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Musical Sound and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Musical sound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pleasant, regular sound with a steady pattern — like a flute or a tuned string.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unpleasant, irregular sound with no steady pattern — like a horn or a crash.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Audible 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Humans hear roughly 20 Hz to 20,000 Hz; below and above we cannot hear.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Sound pollution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Too much loud noise harms hearing and health — a form of pollution to control.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REDUCING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Controlling Sound Pollution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7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6A4C93"/>
                </a:solidFill>
                <a:latin typeface="Calibri"/>
              </a:rPr>
              <a:t>Keep the noise 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013130"/>
            <a:ext cx="100584" cy="443621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98648"/>
            <a:ext cx="9784080" cy="7155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Quieter machines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Well-maintained, quieter engines and horns cut noise at the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728648"/>
            <a:ext cx="100584" cy="443621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614165"/>
            <a:ext cx="9784080" cy="7155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Green cover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Trees along roads absorb and block a lot of noise.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444166"/>
            <a:ext cx="100584" cy="443621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329683"/>
            <a:ext cx="9784080" cy="7155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Quiet zones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No-horn zones near hospitals and schools protect people.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159684"/>
            <a:ext cx="100584" cy="443621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045202"/>
            <a:ext cx="9784080" cy="7155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Personal care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Avoiding very loud music protects our own hearing.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Production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sound comes from vibrations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Oscillation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one to-and-fro; time period and frequency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Propagation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wave through a medium; none in vacuum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Pitch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higher frequency → higher pitch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Loudness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bigger amplitude → louder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Music vs noise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regular &amp; pleasant vs irregular &amp; harsh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Characteristics of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pitch of a sound is decided mainly by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Quality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pitch of a sound is decided mainly by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Amplitude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Loudness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Quality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higher frequency of vibration gives a higher pitch. Amplitude affects loudness, not pitch.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Loudness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loudness of a sound depends on the ___ of the vibration.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 (size)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Pitch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Loudness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loudness of a sound depends on the ___ of the vibration.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Amplitude (size)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Pitch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larger the amplitude of the vibration, the more energy the wave carries and the louder the sound.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Audible range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usual range of frequencies a human can hear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Hz to 200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 Hz to 20,000 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20,000 Hz to 40,000 Hz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 Hz to 10 Hz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Audible range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usual range of frequencies a human can hear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 Hz to 200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20 Hz to 20,000 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20,000 Hz to 40,000 Hz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 Hz to 10 Hz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Human ears can normally hear sounds between about 20 Hz and 20,000 Hz; sounds outside this range are inaudible to us.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Music vs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the best description of a musical sound?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 and sudden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Regular, pleasant and with a steady pattern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Irregular and harsh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very soft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Music vs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the best description of a musical sound?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Loud and sudden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Regular, pleasant and with a steady pattern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Irregular and harsh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Always very soft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musical sound has regular, repeating vibrations that are pleasant to hear, unlike the irregular pattern of noise.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World of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a whisper to a song, every sound is a vibration set travelling — and knowing how helps us enjoy it and tame its noise.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