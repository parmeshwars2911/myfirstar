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magnetic field is the region of influence around a magnet; iron filings map it as lines of force, densest at the poles.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standard properties of field lines. 'Never cross' and 'crowded means strong' are the commonly tested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law of magnetic poles and the fact that a free magnet aligns north–south — the basis of the compass.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electromagnet is a temporary magnet made by a current in a coil around iron; its great advantage is that it can be switched on and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Earth's own magnetism aligns a free magnet or compass needle north–south, giving us a way to find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and industrial uses of permanent magnets and electromagnets.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field, its lines, the pole law, the electromagnet and the Earth's magnetism.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7 • GENERAL SCIENCE •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Properties of a Magnetic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Magnetic field  •  Lines of force  •  Poles  •  The Earth as a magnet</a:t>
            </a:r>
          </a:p>
        </p:txBody>
      </p:sp>
      <p:pic>
        <p:nvPicPr>
          <p:cNvPr id="7" name="Picture 6" descr="mh7_mg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magnetic field around a magnet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and read magnetic lines of 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properties of magnetic field 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force between like and unlike poles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an electromagnet and its uses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Earth's magnetism and the compass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Magnetic Field and Its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invisible region of force around a magnet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MAGNETIC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Field Around a Magnet</a:t>
            </a:r>
          </a:p>
        </p:txBody>
      </p:sp>
      <p:pic>
        <p:nvPicPr>
          <p:cNvPr id="6" name="Picture 5" descr="mh7_mg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Iron filings reveal the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Lines of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region around a magnet where its force is felt is the magnetic field.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Iron filings near a magnet line up along curved paths.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These paths are the magnetic lines of force.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field is strongest near the poles.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Properties of Magnetic Field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Come out of N, into 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Outside the magnet the lines run from the north pole to the south pole.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Closed loops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Each line is a closed curve, continuing inside the magnet from S to 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Never cross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field lines never intersect one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Crowded = strong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Where the lines are close together the field is strong — near the poles.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Force Between Poles</a:t>
            </a:r>
          </a:p>
        </p:txBody>
      </p:sp>
      <p:pic>
        <p:nvPicPr>
          <p:cNvPr id="6" name="Picture 5" descr="mh7_mg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basic law of magnets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Like repel, unlike attract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 magnet has two poles — north and south.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Like poles (N–N or S–S) repel each other.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Unlike poles (N–S) attract each other.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freely hung magnet always rests pointing north–south.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Field and Lines of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Field lines outside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Outside a bar magnet, the magnetic lines of force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South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North to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 to the middle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no fixed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Field lines outside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Outside a bar magnet, the magnetic lines of force run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South to north 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North to south pole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 to the middle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no fixed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convention, outside the magnet the field lines are drawn coming out of the north pole and going into the south pole.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Crossing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magnetic field lines can never: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Cross each 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close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 out of a pole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Crossing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magnetic field lines can never: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Cross each 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 close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Come out of a pole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two lines crossed, the field would point in two directions at one place, which is impossible — so field lines never cross.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Strong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Near the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Far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Everywhere the same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Strong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of a bar magnet is strongest: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centre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Near the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Far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Everywhere the same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lines of force are most crowded near the poles, which is exactly where the field is strongest.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Like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the north poles of two magnets are brought close,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Join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Like poles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the north poles of two magnets are brought close,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 nothing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Join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Like poles repel. Two north poles push each other apart; only unlike poles (N and S) attract.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Electromagnets and the Earth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Magnetism from electricity, and the planet as a magnet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Electromagnet</a:t>
            </a:r>
          </a:p>
        </p:txBody>
      </p:sp>
      <p:pic>
        <p:nvPicPr>
          <p:cNvPr id="6" name="Picture 5" descr="mh7_mg_em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Coil + iron core + current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Magnetism from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current in a coil of wire produces a magnetic field.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Winding the coil on an iron core makes a strong electromagnet.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It is magnetic only while the current flows — it can be switched off.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Used in electric bells, cranes and many machines.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EARTH'S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Earth is a Magnet</a:t>
            </a:r>
          </a:p>
        </p:txBody>
      </p:sp>
      <p:pic>
        <p:nvPicPr>
          <p:cNvPr id="6" name="Picture 5" descr="mh7_mg_ea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compass follows the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planet-sized magnet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Earth behaves like a giant bar magnet.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This is why a freely suspended magnet points north–south.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compass needle is a small magnet that lines up with the field.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Sailors and travellers have used it to find direction for centuries.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Magnets at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Compass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Finds direction using the Earth's magnetic 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makes the hammer strike repeatedly.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Cranes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Powerful electromagnets lift and drop heavy iron scrap.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Fridge &amp; gadgets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magnets hold doors and run many devices.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Magnetic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region of force around a magnet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Lines of force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→ S outside; never cross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Strength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crowded lines near poles = strong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like repel, unlike attract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coil + current; can be switched off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Earth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acts as a magnet; guides the compass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Electromagnets &amp;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Making an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is made by passing a current through a coil wound on a core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Wood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Making an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is made by passing a current through a coil wound on a core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Soft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soft-iron core inside the current-carrying coil greatly strengthens the magnetic field, making a powerful electromagnet.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Switchable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advantage of an electromagnet over a permanent magnet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switched on and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loses magnetism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Needs no current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Switchable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main advantage of an electromagnet over a permanent magnet is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Can be switched on and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loses magnetism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Needs no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electromagnet is magnetic only while current flows, so it can be turned on and off — ideal for cranes and bells.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Compass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needle settles pointing north–south because it lines up with the magnetic field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Nearest building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Compass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needle settles pointing north–south because it lines up with the magnetic field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Nearest building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Earth acts as a huge magnet, and the small magnetised compass needle turns to line up with the Earth's magnetic field.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Crane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Huge electromagnets are used in scrapyards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Cut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Lift and drop heavy iron pieces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Paint cars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Weigh trucks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Crane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Huge electromagnets are used in scrapyards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Cut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Lift and drop heavy iron pieces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Paint cars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Weigh trucks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Switching the electromagnet on lets the crane lift heavy iron scrap; switching it off drops the load exactly where wanted.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Invisible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iron filings to the whole planet, magnetism reaches out through an invisible field — and switching it on with electricity puts it to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