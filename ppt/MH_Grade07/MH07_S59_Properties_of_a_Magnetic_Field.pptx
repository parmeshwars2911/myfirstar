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magnetic field is the region of influence around a magnet; iron filings map it as lines of force, densest at the poles.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standard properties of field lines. 'Never cross' and 'crowded means strong' are the commonly tested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ways to reveal the field — iron filings for the pattern and a plotting compass for the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law of magnetic poles and the fact that a free magnet aligns north–south — the basis of the compass.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Summarise the pole law and the directive property that a free magnet aligns north–south.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classic subtlety: attraction can be due to ordinary iron, so only mutual repulsion proves magnetism.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magnet shapes and the temporary/permanent distinction based on the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Separate magnetic (iron, nickel, cobalt) from non-magnetic materials, with the sorting-scrap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Ways to magnetise iron — stroking, electric current, induction — and how magnetism is lost.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Poles come only in pairs — breaking a magnet just makes more complete magnets, never a single pole.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electromagnet is a temporary magnet made by a current in a coil around iron; its great advantage is that it can be switched on and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electromagnet step by step: current → field → coil concentrates it → iron core strengthens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the two: the electromagnet's switchable, adjustable nature versus the always-on permanent magnet.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electromagnets are used — bells, cranes, loudspeakers and MRI — all needing a switchable magnet.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Earth's own magnetism aligns a free magnet or compass needle north–south, giving us a way to find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compass uses the Earth's field: a free needle points north and has guided travellers for centuries.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Everyday and industrial uses of permanent magnets and electromagnets.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Care and storage of magnets — pairs with keepers, gentle handling — to preserve their magnetism.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big idea: electricity and magnetism are linked, powering motors and many devices — a hook to later grades.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how magnetism runs modern technology — motors, speakers, data storage and even maglev trains.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the field, its lines, the pole law, the electromagnet and the Earth's magnetism.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7 • GENERAL SCIENCE • MAGNETISM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Properties of a Magnetic Field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Magnetic field  •  Lines of force  •  Poles  •  The Earth as a magnet</a:t>
            </a:r>
          </a:p>
        </p:txBody>
      </p:sp>
      <p:pic>
        <p:nvPicPr>
          <p:cNvPr id="7" name="Picture 6" descr="mh7_mg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magnetic field around a magnet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Draw and read magnetic lines of force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properties of magnetic field lines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force between like and unlike poles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an electromagnet and its uses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Earth's magnetism and the compass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Magnetic Field and Its 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invisible region of force around a magnet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MAGNETIC FIELD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Field Around a Magnet</a:t>
            </a:r>
          </a:p>
        </p:txBody>
      </p:sp>
      <p:pic>
        <p:nvPicPr>
          <p:cNvPr id="6" name="Picture 5" descr="mh7_mg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Iron filings reveal the field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Lines of force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region around a magnet where its force is felt is the magnetic field.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Iron filings near a magnet line up along curved paths.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These paths are the magnetic lines of force.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field is strongest near the poles.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PROPERTIES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Properties of Magnetic Field 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Come out of N, into 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Outside the magnet the lines run from the north pole to the south pole.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Closed loops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Each line is a closed curve, continuing inside the magnet from S to 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Never cross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Two field lines never intersect one another.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Crowded = strong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Where the lines are close together the field is strong — near the poles.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Mapping the Field with Iron Filings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Sprinkle filings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Scatter iron filings on a card over a magnet.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Tap gently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light tap lets them line up along the field.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 pattern appears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They form curved lines from pole to pole.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Or use a compass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small compass shows the field's direction at each point.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Force Between Poles</a:t>
            </a:r>
          </a:p>
        </p:txBody>
      </p:sp>
      <p:pic>
        <p:nvPicPr>
          <p:cNvPr id="6" name="Picture 5" descr="mh7_mg_p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The basic law of magnets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Like repel, unlike attract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Every magnet has two poles — north and south.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Like poles (N–N or S–S) repel each other.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Unlike poles (N–S) attract each other.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freely hung magnet always rests pointing north–south.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POLES &amp; FREE MAGNET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Poles and the Free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Two poles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Every magnet has a north and a south pole.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Like repel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N–N and S–S push each other apart.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Unlike attract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N–S pull towards each other.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Rests north–south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freely hung magnet always settles pointing north–south.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SURE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Repulsion is the Real Test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 magnet attracts plain iron too, so attraction is not proof. Only repulsion proves that both objects are magnets.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two bars attract, one might just be soft iron.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two bars repel, both must certainly be magnets.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repulsion is the sure test of magnetism.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TYPES OF MAGNETS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Kinds of Magnets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gn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Bar magnet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straight bar — the common classroom magnet.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gn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Horseshoe magnet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Bent into a U so both poles pull together.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gn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Magnetic needle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slim magnet that swings freely, as in a compass.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Temporary &amp; permanent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Soft iron loses magnetism easily; steel keeps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Magnetic and Non-Magnetic Materials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Magnetic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Iron, nickel and cobalt are attracted by a magnet.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Non-magnetic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Wood, plastic, glass and copper are not attracted.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 simple test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Bring a magnet near an object to see which group it is 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Sorting scrap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Magnets pull iron out of mixed scrap.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MAKING MAGNETS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Ways to Make a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By stroking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Rub an iron bar the same way with one pole of a magnet.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By electricity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current in a coil around iron makes an electromagnet.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gne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Induction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Iron near a strong magnet becomes a magnet for a while.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Losing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Heating, hammering or dropping destroys magnetism.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POLES IN PAIRS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You Cannot Get a Single Pole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Every magnet has two poles. Break a bar magnet and each piece becomes a full magnet with its own north and south pole.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Cut it again, and every piece still has both poles.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lone north or south pole cannot exist.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field lines always run from one pole to the other.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Field and Lines of Force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Field lines outside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Outside a bar magnet, the magnetic lines of force run from: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South to north pole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North to south pole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Pole to the middle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no fixed direction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Field lines outside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Outside a bar magnet, the magnetic lines of force run from: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South to north pole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North to south pole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Pole to the middle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 no fixed direction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By convention, outside the magnet the field lines are drawn coming out of the north pole and going into the south pole.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Crossing 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magnetic field lines can never: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Curve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Cross each other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 close together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Come out of a pole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Crossing 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magnetic field lines can never: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Curve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Cross each other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 close together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Come out of a pole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If two lines crossed, the field would point in two directions at one place, which is impossible — so field lines never cross.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Strong field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magnetic field of a bar magnet is strongest: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the centre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Near the poles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Far away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Everywhere the same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Strong field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magnetic field of a bar magnet is strongest: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the centre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Near the poles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Far away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Everywhere the same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lines of force are most crowded near the poles, which is exactly where the field is strongest.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Like poles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the north poles of two magnets are brought close, they: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Attract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Repel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 nothing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Join together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Like poles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the north poles of two magnets are brought close, they: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Attract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Repel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Do nothing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Join together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Like poles repel. Two north poles push each other apart; only unlike poles (N and S) attract.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Electromagnets and the Earth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Magnetism from electricity, and the planet as a magnet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ELECTROMAGNET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Electromagnet</a:t>
            </a:r>
          </a:p>
        </p:txBody>
      </p:sp>
      <p:pic>
        <p:nvPicPr>
          <p:cNvPr id="6" name="Picture 5" descr="mh7_mg_em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Coil + iron core + current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Magnetism from current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A current in a coil of wire produces a magnetic field.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Winding the coil on an iron core makes a strong electromagnet.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It is magnetic only while the current flows — it can be switched off.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Used in electric bells, cranes and many machines.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an Electromagnet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Current makes a field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An electric current in a wire makes a magnetic field around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 coil concentrates it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Winding the wire into a coil makes a stronger field.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Iron core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soft-iron core inside the coil makes it far stronger.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Stronger current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More turns or more current gives a stronger magnet.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EM VS PERMANENT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Electromagnet vs Permanent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lug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Switchable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electromagnet works only while current flows.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Adjustable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Its strength can be changed by the current.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gne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Permanent magnet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Keeps its magnetism all the time.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Best 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Electromagnets suit cranes and bells that switch on and off.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EM 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Uses of Electromagnets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l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Electric bell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electromagnet makes the hammer strike the gong.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Cranes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Lift and drop heavy iron scrap at the flick of a switch.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Loudspeakers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Turn electrical signals into the sound we hear.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MRI machines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Powerful electromagnets help doctors see inside the body.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EARTH'S MAGNETISM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Earth is a Magnet</a:t>
            </a:r>
          </a:p>
        </p:txBody>
      </p:sp>
      <p:pic>
        <p:nvPicPr>
          <p:cNvPr id="6" name="Picture 5" descr="mh7_mg_ear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The compass follows the field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A planet-sized magnet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The Earth behaves like a giant bar magnet.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This is why a freely suspended magnet points north–south.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A compass needle is a small magnet that lines up with the field.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Sailors and travellers have used it to find direction for centuries.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THE 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Magnetic Compass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 tiny magnet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needle is a small, freely-turning magnet.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Follows the Earth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It lines up with the Earth's magnetic field.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Points north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Its marked end settles pointing north.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Still vital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Hikers, ships and planes rely on it even today.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Magnets at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Compass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Finds direction using the Earth's magnetic field.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Electric bell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electromagnet makes the hammer strike repeatedly.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Cranes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Powerful electromagnets lift and drop heavy iron scrap.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Fridge &amp; gadgets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Small magnets hold doors and run many devices.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Caring for Magnets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Store in pairs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Keep bar magnets with unlike poles together and keepers across the ends.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Handle gently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Do not heat, hammer or drop a magnet.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Keep apart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Store away from devices magnets could disturb.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Why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Careful handling keeps a magnet strong for years.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FROM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Magnetism and Electricity are Linked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 moving electric current always makes a magnetic field — this deep link between electricity and magnetism runs many of our machines.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Every electric current is wrapped in a magnetic field.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how motors, bells and cranes work.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You will meet this link again in higher classes.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Magnets in Modern Technology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l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Electric motors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Magnets make the motors in fans, mixers and toys turn.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Loudspeakers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magnet and coil turn signals into sound.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Data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Magnetic strips on cards and disks store information.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Maglev trains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Powerful magnets can lift and speed a train along a track.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Magnetic field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region of force around a magnet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Lines of force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 → S outside; never cross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Strength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crowded lines near poles = strong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Poles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like repel, unlike attract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Electromagnet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coil + current; can be switched off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Earth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acts as a magnet; guides the compass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Electromagnets &amp; Earth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Making an electromagnet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electromagnet is made by passing a current through a coil wound on a core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Copper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Soft iron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Plastic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Wood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Making an electromagnet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electromagnet is made by passing a current through a coil wound on a core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Copper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Soft iron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Plastic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Wood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soft-iron core inside the current-carrying coil greatly strengthens the magnetic field, making a powerful electromagnet.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Switchable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main advantage of an electromagnet over a permanent magnet is that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lighter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Can be switched on and off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Never loses magnetism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Needs no current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Switchable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main advantage of an electromagnet over a permanent magnet is that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lighter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Can be switched on and off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Never loses magnetism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Needs no current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An electromagnet is magnetic only while current flows, so it can be turned on and off — ideal for cranes and bells.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Compass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compass needle settles pointing north–south because it lines up with the magnetic field of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Earth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Nearest building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Compass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compass needle settles pointing north–south because it lines up with the magnetic field of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Moon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Earth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Nearest building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Earth acts as a huge magnet, and the small magnetised compass needle turns to line up with the Earth's magnetic field.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Crane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Huge electromagnets are used in scrapyards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Cut iron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Lift and drop heavy iron pieces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Paint cars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Weigh trucks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Crane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Huge electromagnets are used in scrapyards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Cut iron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Lift and drop heavy iron pieces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Paint cars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Weigh trucks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Switching the electromagnet on lets the crane lift heavy iron scrap; switching it off drops the load exactly where wanted.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The Invisible Field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iron filings to the whole planet, magnetism reaches out through an invisible field — and switching it on with electricity puts it to 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