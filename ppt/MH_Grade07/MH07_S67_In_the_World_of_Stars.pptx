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scale of the universe and introduce the light year as the unit of astronomical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Inventory the contents of the universe — stars, planets, galaxies and the gas-and-dust clouds.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light year and give a sense of scale — the nearest star is several light years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galaxy is a gravitationally bound island of billions of stars. Name the three shapes and place our Sun in the Milky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galaxy shapes using the diagram — spiral, elliptical and irregular.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ourselves in the Milky Way — a spiral galaxy, seen as a milky band, with Andromeda as its nearest neighbour.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nebulae as the birthplaces of stars — a real NASA image gives a sense of their scale and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star birth: nebula → gravity gathers gas → it heats → it shines.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star types — Sun-like, red giant, binary, variable — to show stars are not all alike.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the objects visible in the night sky — stars, planets, the Moon, comets and meteors — before the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star is a glowing ball of gas; the Sun is the nearest. Stars vary in size, colour and brightness and look tiny only due to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Sun is our nearest, medium-sized star, the source of the light and heat that sustain life on Earth.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Stars differ in size, brightness and colour; distance makes even giants appear as tiny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constellation is a memorable pattern of stars used to navigate the sky. Name a couple visible from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 few well-known constellations visible from India and how they got their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Pole Star appears fixed above the north and can be found using the Great Bear — a natural direction-finder.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sky-watching tips, and the handy difference that planets shine steadily while stars twinkle.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twinkling: a star's pinpoint light is disturbed by moving air, while nearer planets show a steady disc.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Part 2 on how we study the sky — telescopes, observatories and space missions, including India's ISRO.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apparent nightly motion of the sky as a result of the Earth's rotation, with the Pole Star near the axis staying 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from the universe down to constellations and sky-watching.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7 • GENERAL SCIENCE • ASTRONOMY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In the World of Stars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universe  •  Galaxies  •  Stars and constellations  •  Watching the sky</a:t>
            </a:r>
          </a:p>
        </p:txBody>
      </p:sp>
      <p:pic>
        <p:nvPicPr>
          <p:cNvPr id="7" name="Picture 6" descr="mh7_milky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what the universe contains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a galaxy is and name its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stars and how they differ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a constellation 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Understand the vast distances between stars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Enjoy and identify sights in the night sky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Universe and Galaxies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Everything there is, gathered into great islands of stars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Universe</a:t>
            </a:r>
          </a:p>
        </p:txBody>
      </p:sp>
      <p:pic>
        <p:nvPicPr>
          <p:cNvPr id="6" name="Picture 5" descr="mh7_milky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Milky Way arching over Earth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Everything there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universe is everything that exists — space and all it holds.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It contains countless stars, planets, gas and dust.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Distances are so huge we measure them in light years.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light year is the distance light travels in one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WHAT IT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the Universe Contains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Stars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Countless glowing balls of hot gas, like our Sun.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Planets &amp; moons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Worlds orbiting stars, and moons orbiting planets.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Galaxies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Vast groups of billions of stars.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Gas and dust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Great clouds from which new stars are born.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LIGHT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Measuring the Vast Distances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Space is so vast that ordinary units are useless — we measure distance in light years, the distance light travels in one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is the fastest thing there is.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one year it covers a truly enormous distance.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Even the nearest star beyond the Sun is over four light years away.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GALAXIES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Galaxies</a:t>
            </a:r>
          </a:p>
        </p:txBody>
      </p:sp>
      <p:pic>
        <p:nvPicPr>
          <p:cNvPr id="6" name="Picture 5" descr="mh7_gala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spiral galaxy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Islands of stars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galaxy is a huge group of stars, gas and dust held by gravity.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Our galaxy is the Milky Way; our Sun is one of its stars.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Galaxies come in spiral, elliptical and irregular shapes.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universe holds billions of galaxies.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GALAXY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Shapes of Galaxies</a:t>
            </a:r>
          </a:p>
        </p:txBody>
      </p:sp>
      <p:pic>
        <p:nvPicPr>
          <p:cNvPr id="6" name="Picture 5" descr="mh7_st_g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560320"/>
            <a:ext cx="530352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08406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Galaxies come in different shapes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Spiral • elliptical • irregular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Galaxies are seen in several shapes.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Spiral: a bright centre with curving arms.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Elliptical: a smooth oval or ball of stars.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Irregular: no fixed shape at 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OUR GALAXY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Milky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Our home galaxy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Sun and its planets lie in the Milky 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spiral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is a huge spiral galaxy of billions of stars.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band of light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On a dark night it appears as a milky band across the sky.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Andromeda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Our nearest large neighbour galaxy.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NEBULA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Nebulae — Where Stars are Born</a:t>
            </a:r>
          </a:p>
        </p:txBody>
      </p:sp>
      <p:pic>
        <p:nvPicPr>
          <p:cNvPr id="6" name="Picture 5" descr="mh7_neb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star-forming nebula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Clouds of gas &amp; dust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nebula is a giant cloud of gas and dust in space.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Under gravity, parts of it clump together and heat up.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hot and dense enough, a new star begins to shine.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nebulae are the nurseries of stars.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BIRTH OF A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 Star is Born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giant cloud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begins in a huge nebula of gas and dust.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Gravity gathers it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Gravity pulls the gas into a dense clump.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It heats up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shrinking clump grows hotter and hotter.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star shines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When hot enough, it glows — a new star is born.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TYPES OF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Stars Come in Different Kinds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Sun-like stars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Medium stars that shine steadily, like our Sun.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Red giants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Huge, cooler stars that glow 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Binary stars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stars circling around each other.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Variable stars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Stars whose brightness keeps changing.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HEAVENLY BODIES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Objects We See in the Sky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Distant suns that make their own 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Planets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Worlds that orbit a star and shine by reflected light.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Moon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Our nearest neighbour, orbiting the Earth.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Comets &amp; meteors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Icy visitors with tails, and streaks of 'shooting stars'.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Universe &amp; Galaxies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Light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light year is a unit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Brightness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Light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light year is a unit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Brightness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light year is the distance that light travels in one year — a convenient way to measure the huge gaps between stars.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Our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galaxy in which our Sun lies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Andromeda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Milky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Orion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Solar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Our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galaxy in which our Sun lies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Andromeda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Milky 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Orion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Solar System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Our Sun is just one of the billions of stars that make up the Milky Way galaxy.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galaxy is best described as a huge collection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planets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Stars, gas and dust held by gravity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Comets 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Galaxy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galaxy is best described as a huge collection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planets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Stars, gas and dust held by gravity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Comets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galaxy is an enormous group of stars along with gas and dust, all bound together by gravity.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Nebula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New stars are born inside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Nebula (cloud of gas and dust)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Rainbow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Nebula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New stars are born inside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Nebula (cloud of gas and dust)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Rainbow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Stars form when parts of a nebula — a vast cloud of gas and dust — collapse under gravity and heat up until they shine.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Stars and the Night 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Sun, the constellations and sky-watching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Stars</a:t>
            </a:r>
          </a:p>
        </p:txBody>
      </p:sp>
      <p:pic>
        <p:nvPicPr>
          <p:cNvPr id="6" name="Picture 5" descr="mh7_star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cluster of stars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Suns beyond counting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star is a huge ball of hot, glowing gas.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Sun is our nearest star — that is why it looks so big.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Stars differ in size, brightness and colour.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They only appear tiny because they are so far away.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Sun — Our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Our nearest star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Sun is the star closest to the Earth.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medium star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is an ordinary, medium-sized, Sun-like star.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Light and heat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gives the Earth the light and heat life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Looks the biggest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seems huge only because it is so close.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STARS DIFFER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Stars Differ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Size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From small dwarfs to enormous giant stars.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Brightness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Some shine far more brightly than others.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Colour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Hotter stars look bluish; cooler stars look 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Distance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Even bright stars look tiny because they are so far away.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CONSTELLATIONS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Constellations</a:t>
            </a:r>
          </a:p>
        </p:txBody>
      </p:sp>
      <p:pic>
        <p:nvPicPr>
          <p:cNvPr id="6" name="Picture 5" descr="mh7_st_con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recognisable star pattern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Patterns in the sky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constellation is a group of stars forming a pattern.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People named them after animals, people and objects.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Great Bear (Saptarshi) and Orion are easy to spot.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They help us find our way around the night sky.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FAMOUS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Constellations to Spot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Great Bear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Saptarshi — seven bright stars, easy to find.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Orion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hunter, with a striking three-star belt.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Scorpion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curving line of stars like a scorpion's tail.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Named long ago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Ancient peoples named patterns after animals and heroes.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POLE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Pole Star and Finding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Stays put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Pole Star seems fixed while others wheel around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Marks north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lies almost exactly above the North Pole.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Found via Saptarshi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Great Bear's stars point the way to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natural compass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Travellers have used it to find north for ages.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SKY WATCHING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Watching the Night Sky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Best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clear, dark night away from city lights shows the most stars.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With the eye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Many stars, the Moon and some planets can be seen with the naked eye.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Telescopes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telescope reveals fainter, more distant objects.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a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Planets vs stars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Planets shine steadily; stars appear to twinkle.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TWINKLE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Stars Twinkle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 tiny point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star is so far away it is just a point of light.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Through moving air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Its light passes through unsteady layers of air.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Light wobbles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moving air makes the point seem to twinkle.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Planets are steady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Nearer planets show a small disc and shine steadily.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STUDYING THE SKY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We Explore the Stars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From the naked eye to giant telescopes and space missions, people have always reached out to understand the stars.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Telescopes gather more light to reveal faint objects.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Observatories study the sky night after night.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India's ISRO has sent missions to the Moon and Mars.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SKY IN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the Sky Seems to 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Stars appear to move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Through the night, stars seem to drift from east to west.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The Earth spins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It is really our Earth turning on its axis.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Day and night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same spin gives us day and night.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The Pole Star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Stays almost still because it lies above the axis.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Universe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everything that exists; measured in light years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Galaxy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island of stars, gas and dust; ours is the Milky Way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Nebula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gas-and-dust cloud where stars are born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huge ball of hot glowing gas; the Sun is nearest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Constellation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named pattern of stars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Sky watching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dark skies; planets shine, stars twinkle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Stars &amp; the Sky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is a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star is a huge ball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 rock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 glowing gas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Liquid water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is a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star is a huge ball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Cold rock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Hot glowing gas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Liquid water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star is an enormous ball of hot gas that gives out its own light and heat — just like our Sun.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Nearest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star nearest to the Earth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 Star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Sirius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Nearest 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star nearest to the Earth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Pole Star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Sirius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Sun is our nearest star. It looks far bigger and brighter than the others only because it is so much closer.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Constellation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group of stars that appears to form a pattern in the sky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Galaxy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Constellation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Nebula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Constellation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group of stars that appears to form a pattern in the sky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Galaxy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Constellation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Nebula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Comet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constellation is a recognisable pattern of stars, such as the Great Bear (Saptarshi) or Orion.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Twinkle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night sky, planets can usually be told from stars because planets: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Twinkle strongly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Shine with a steady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always 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Move very fast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Twinkle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night sky, planets can usually be told from stars because planets: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Twinkle strongly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Shine with a steady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always 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Move very fast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Stars twinkle because their tiny points of light are disturbed by the air, while the nearer planets show a small disc and shine steadily.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Looking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night sky is a window on a universe of galaxies and stars — vast beyond imagining, and free for anyone to explore.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