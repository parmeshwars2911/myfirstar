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scale of the universe and introduce the light year as the unit of astronomical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galaxy is a gravitationally bound island of billions of stars. Name the three shapes and place our Sun in the Milky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nebulae as the birthplaces of stars — a real NASA image gives a sense of their scale and colour.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star is a glowing ball of gas; the Sun is the nearest. Stars vary in size, colour and brightness and look tiny only due to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constellation is a memorable pattern of stars used to navigate the sky. Name a couple visible from India.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sky-watching tips, and the handy difference that planets shine steadily while stars twinkle.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from the universe down to constellations and sky-watching.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7 • GENERAL SCIENCE • ASTRONOMY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In the World of Stars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universe  •  Galaxies  •  Stars and constellations  •  Watching the sky</a:t>
            </a:r>
          </a:p>
        </p:txBody>
      </p:sp>
      <p:pic>
        <p:nvPicPr>
          <p:cNvPr id="7" name="Picture 6" descr="mh7_milky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what the universe contains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a galaxy is and name its types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stars and how they differ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a constellation 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Understand the vast distances between stars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Enjoy and identify sights in the night sky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Universe and Galaxies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Everything there is, gathered into great islands of stars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THE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Universe</a:t>
            </a:r>
          </a:p>
        </p:txBody>
      </p:sp>
      <p:pic>
        <p:nvPicPr>
          <p:cNvPr id="6" name="Picture 5" descr="mh7_milky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Milky Way arching over Earth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Everything there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universe is everything that exists — space and all it holds.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It contains countless stars, planets, gas and dust.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Distances are so huge we measure them in light years.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light year is the distance light travels in one year.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GALAXIES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Galaxies</a:t>
            </a:r>
          </a:p>
        </p:txBody>
      </p:sp>
      <p:pic>
        <p:nvPicPr>
          <p:cNvPr id="6" name="Picture 5" descr="mh7_galax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spiral galaxy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Islands of stars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galaxy is a huge group of stars, gas and dust held by gravity.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Our galaxy is the Milky Way; our Sun is one of its stars.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Galaxies come in spiral, elliptical and irregular shapes.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universe holds billions of galaxies.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NEBULA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Nebulae — Where Stars are Born</a:t>
            </a:r>
          </a:p>
        </p:txBody>
      </p:sp>
      <p:pic>
        <p:nvPicPr>
          <p:cNvPr id="6" name="Picture 5" descr="mh7_neb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star-forming nebula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Clouds of gas &amp; dust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nebula is a giant cloud of gas and dust in space.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Under gravity, parts of it clump together and heat up.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hot and dense enough, a new star begins to shine.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nebulae are the nurseries of stars.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Universe &amp; Galaxies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Light year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light year is a unit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Brightness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Light year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light year is a unit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Brightness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light year is the distance that light travels in one year — a convenient way to measure the huge gaps between stars.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Our galaxy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galaxy in which our Sun lies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Andromeda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Milky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Orion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Solar 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Our galaxy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galaxy in which our Sun lies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Andromeda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Milky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Orion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Solar 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Our Sun is just one of the billions of stars that make up the Milky Way galaxy.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Galaxy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galaxy is best described as a huge collection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planets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Stars, gas and dust held by gravity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Comets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Galaxy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galaxy is best described as a huge collection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planets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Stars, gas and dust held by gravity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Comets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galaxy is an enormous group of stars along with gas and dust, all bound together by gravity.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Nebula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New stars are born inside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Nebula (cloud of gas and dust)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Rainbow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Nebula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New stars are born inside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Nebula (cloud of gas and dust)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Rainbow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Stars form when parts of a nebula — a vast cloud of gas and dust — collapse under gravity and heat up until they shine.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Stars and the Night 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Sun, the constellations and sky-watching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STARS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Stars</a:t>
            </a:r>
          </a:p>
        </p:txBody>
      </p:sp>
      <p:pic>
        <p:nvPicPr>
          <p:cNvPr id="6" name="Picture 5" descr="mh7_starclu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cluster of stars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Suns beyond counting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star is a huge ball of hot, glowing gas.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Sun is our nearest star — that is why it looks so big.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Stars differ in size, brightness and colour.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They only appear tiny because they are so far away.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CONSTELLATIONS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Constellations</a:t>
            </a:r>
          </a:p>
        </p:txBody>
      </p:sp>
      <p:pic>
        <p:nvPicPr>
          <p:cNvPr id="6" name="Picture 5" descr="mh7_st_con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recognisable star pattern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Patterns in the 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constellation is a group of stars forming a pattern.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People named them after animals, people and objects.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Great Bear (Saptarshi) and Orion are easy to spot.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They help us find our way around the night sky.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SKY WATCHING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Watching the Night Sky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Best 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clear, dark night away from city lights shows the most stars.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With the eye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Many stars, the Moon and some planets can be seen with the naked eye.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Telescopes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telescope reveals fainter, more distant objects.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ca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Planets vs stars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Planets shine steadily; stars appear to twinkle.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Universe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everything that exists; measured in light years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Galaxy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island of stars, gas and dust; ours is the Milky Way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Nebula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gas-and-dust cloud where stars are born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Star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huge ball of hot glowing gas; the Sun is nearest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Constellation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named pattern of stars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Sky watching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dark skies; planets shine, stars twinkle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Stars &amp; the Sky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is a star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star is a huge ball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Cold rock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Hot glowing gas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Liquid water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is a star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star is a huge ball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Cold rock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Hot glowing gas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Liquid water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star is an enormous ball of hot gas that gives out its own light and heat — just like our Sun.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Nearest star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star nearest to the Earth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 Star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Sirius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Nearest star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star nearest to the Earth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Pole Star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Sirius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Sun is our nearest star. It looks far bigger and brighter than the others only because it is so much closer.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Constellation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group of stars that appears to form a pattern in the sky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Galaxy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Constellation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Nebula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Constellation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group of stars that appears to form a pattern in the sky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Galaxy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Constellation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Nebula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Comet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constellation is a recognisable pattern of stars, such as the Great Bear (Saptarshi) or Orion.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Twinkle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night sky, planets can usually be told from stars because planets: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Twinkle strongly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Shine with a steady 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always 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Move very fast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Twinkle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night sky, planets can usually be told from stars because planets: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Twinkle strongly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Shine with a steady 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always 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Move very fast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Stars twinkle because their tiny points of light are disturbed by the air, while the nearer planets show a small disc and shine steadily.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Looking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night sky is a window on a universe of galaxies and stars — vast beyond imagining, and free for anyone to explore.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