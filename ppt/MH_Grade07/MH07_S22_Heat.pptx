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Heat is energy in transit; temperature is the degree of hotness. Separate the two with the cup-vs-bucket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 the effects of heat. Expansion and change of state are the key ones; connect expansion to real gaps left in rails and bridges.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thermometer works by the even expansion of mercury. Mention the fixed points 0 °C and 100 °C.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three modes: conduction needs a solid medium, convection needs a moving fluid, radiation needs no medium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Everyday examples of choosing conductors and insulators, plus convection in nature (land and sea breezes).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flask is the classic application: the vacuum stops conduction/convection and the silvering stops radiation.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 of heat, temperature and the three modes of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7 • GENERAL SCIENCE •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Heat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Heat and temperature  •  Effects of heat  •  Conduction, convection and radiation</a:t>
            </a:r>
          </a:p>
        </p:txBody>
      </p:sp>
      <p:pic>
        <p:nvPicPr>
          <p:cNvPr id="7" name="Picture 6" descr="mh7_ht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heat as a form of energy and name its sources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Tell heat apart from temperature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effects of heat, including expansion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conduction, convection and radiation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 everyday uses of good and bad conductors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 thermos (vacuum) flask keeps heat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Heat, Temperature and Their Effects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heat is and what it does to matter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and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Heat is energy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Heat is a form of energy that flows from a hotter body to a colder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Temperature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Temperature tells us how hot or cold a body is; it is measured with a thermometer.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Not the same thing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cup and a bucket of water at the same temperature hold very different amounts of heat.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Units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Temperature is measured in degrees Celsius (°C); heat is a form of energy, measured in joules.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EFFECTS OF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Heat Does to a Substance</a:t>
            </a:r>
          </a:p>
        </p:txBody>
      </p:sp>
      <p:pic>
        <p:nvPicPr>
          <p:cNvPr id="6" name="Picture 5" descr="mh7_ht_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Heating speeds up the molecules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63946"/>
                </a:solidFill>
                <a:latin typeface="Calibri"/>
              </a:rPr>
              <a:t>Heat changes matter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Raises temperature and makes molecules move faster.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Expands solids, liquids and gases (thermal expansion).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Can change the state — melting and boiling.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Gaps in railway lines and bridges allow for this expansion.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THERMOMETER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Measuring Temperature</a:t>
            </a:r>
          </a:p>
        </p:txBody>
      </p:sp>
      <p:pic>
        <p:nvPicPr>
          <p:cNvPr id="6" name="Picture 5" descr="mh7_ht_ther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310896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Mercury expands up the fine tube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63946"/>
                </a:solidFill>
                <a:latin typeface="Calibri"/>
              </a:rPr>
              <a:t>0 °C to 100 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thermometer measures temperature.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Most use mercury, which expands evenly on heating.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Celsius scale runs 0 °C (melting ice) to 100 °C (boiling water).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clinical thermometer reads body temperature (around 37 °C).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Heat, Temperature &amp; 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Flow of heat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Heat always flows on its own from a body 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 to higher 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Higher to lower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temperatures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Larger to smaller size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Flow of heat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Heat always flows on its own from a body 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Lower to higher 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Higher to lower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Equal temperatures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Larger to smaller size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Heat energy moves by itself from the hotter body to the colder one, until both reach the same temperature.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Heat vs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cup and a bucket of water are at the same temperature. Compared with the cup, the bucket has: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total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total heat energy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total heat 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heat at all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Heat vs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cup and a bucket of water are at the same temperature. Compared with the cup, the bucket has: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total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More total heat energy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total heat 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heat at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Temperature is the same, but the bucket holds far more water, so it contains much more total heat energy.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Gaps in 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Small gaps are left between railway rails so that the rails can: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Contract in summer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Expand in hot weather without buckling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Carry more trains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 cool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Gaps in 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Small gaps are left between railway rails so that the rails can: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Contract in summer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Expand in hot weather without buckling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Carry more trains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 cool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Metals expand when heated. The gaps give the rails room to expand on a hot day, so the track does not bend out of shape.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Thermometer liquid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Mercury is used in a common thermometer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cheap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Expands evenly and is easily seen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Freezes quickly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 gas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Thermometer liquid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Mercury is used in a common thermometer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cheap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Expands evenly and is easily seen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Freezes quickly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 gas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Mercury expands uniformly with temperature and is shiny, so the thread is easy to read against the scale.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How Heat Travels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Conduction, convection and radiation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THREE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Conduction, Convection, Radiation</a:t>
            </a:r>
          </a:p>
        </p:txBody>
      </p:sp>
      <p:pic>
        <p:nvPicPr>
          <p:cNvPr id="6" name="Picture 5" descr="mh7_ht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1720"/>
            <a:ext cx="512064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31266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Three ways heat moves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63946"/>
                </a:solidFill>
                <a:latin typeface="Calibri"/>
              </a:rPr>
              <a:t>Solid • liquid/gas • no 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Conduction: heat passes through a solid, particle to particle.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Convection: hot liquid or gas rises and cold sinks, carrying heat.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Radiation: heat travels as rays, needing no medium — as from the Sun.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Metals are good conductors; air, wood and water are poor conductors.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CONDUCTORS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Good and Poor Conductors in Daily Life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Cooking pans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Made of metal (good conductor) so heat reaches the food quickly.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Handles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Made of wood or plastic (poor conductors) so they stay cool to hold.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Woollen clothes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Trap air, a poor conductor, keeping body heat in during winter.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Sea breeze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day-time convection current of air from the cool sea to the warm land.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THERMOS FLASK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Vacuum (Thermos) Flask</a:t>
            </a:r>
          </a:p>
        </p:txBody>
      </p:sp>
      <p:pic>
        <p:nvPicPr>
          <p:cNvPr id="6" name="Picture 5" descr="mh7_ht_fl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015" y="1965960"/>
            <a:ext cx="347472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94015" y="5678424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Vacuum + silvered walls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63946"/>
                </a:solidFill>
                <a:latin typeface="Calibri"/>
              </a:rPr>
              <a:t>Blocks all three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Keeps hot things hot and cold things cold.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vacuum between double walls stops conduction and convection.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Shiny silvered walls reflect heat back, stopping radiation.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So all three ways of losing heat are blocked at once.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Heat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form of energy; flows hot → cold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Temperature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degree of hotness; measured in °C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Effects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expansion and change of state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Conduction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through solids, particle to particle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hot fluid rises, cold sinks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Radiation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 rays, no medium needed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How Heat 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Mode in solids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Heat travels through a metal spoon placed in hot tea mainly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Conduction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transfer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Mode in solids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Heat travels through a metal spoon placed in hot tea mainly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Convection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Radiation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Conduction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transfer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a solid, heat passes from particle to particle without the particles moving from place to place — this is conduction.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Mode in fluids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in a pan gets heated throughout mainly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Conduction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Convection currents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Mode in fluids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in a pan gets heated throughout mainly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Conduction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Convection currents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Radiation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Reflection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Hot water near the flame rises and cooler water sinks to take its place, setting up convection currents that heat all the water.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No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Heat from the Sun reaches the Earth through empty space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Conduction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No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Heat from the Sun reaches the Earth through empty space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Conduction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Convection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Radiation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There is no air in space, so the Sun's heat cannot travel by conduction or convection — it comes as radiation, which needs no medium.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Woollen clothes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Woollen clothes keep us warm in winter because the trapped air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good conductor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poor conductor of heat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source of heat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Very heavy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Woollen clothes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Woollen clothes keep us warm in winter because the trapped air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good conductor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poor conductor of heat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source of heat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Very heavy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Wool traps a lot of air, and air is a poor conductor, so it slows the escape of body heat and keeps us warm.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Feeling the Warmth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Heat is energy on the move — understanding how it flows lets us cook, stay warm, and keep a drink hot for hours.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