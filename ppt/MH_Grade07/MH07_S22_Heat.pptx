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 is energy in transit; temperature is the degree of hotness. Separate the two with the cup-vs-bucket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the one-way, on-its-own flow of heat from hot to cold until temperatures equalise (thermal equilibrium).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everyday sources of heat: the Sun, fuels, electricity and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effects of heat. Expansion and change of state are the key ones; connect expansion to real gaps left in rails and bridges.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Thermal expansion in all three states — solids least, gases most — and the reverse (contraction) on cooling.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engineering allowances for expansion — rail gaps, bridge rollers, sagging wires — plus the loosening-a-lid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thermometer works by the even expansion of mercury. Mention the fixed points 0 °C and 100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laboratory, clinical and digital thermometers, and note safe handling of the glass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changes of state driven by heating and cooling: melting, boiling, condensation and freezing.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home the heat-vs-temperature distinction with the cup-and-bucket example — same temperature, different total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three modes: conduction needs a solid medium, convection needs a moving fluid, radiation needs no medium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Conduction: heat handed particle-to-particle through a solid. Metals conduct well; wood/plastic/air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Convection: heat carried by the bulk movement of a fluid. Use boiling water and sea/land breezes as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Radiation needs no medium and reaches us from the Sun. Note that dark surfaces absorb and shiny surfaces reflect heat 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examples of choosing conductors and insulators, plus convection in nature (land and sea breezes).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Poor conductors (insulators) at work — clothing, holders, double walls, even fluffed feathers — all trap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flask is the classic application: the vacuum stops conduction/convection and the silvering stops radiation.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down the flask feature by feature against the three modes of heat transfer — a complete real-world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spread of applications tying each everyday case to conduction, convection or radiation.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up Part 2 by the design principle: match the material's conducting ability to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 of heat, temperature and the three modes of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7 • GENERAL SCIENCE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and temperature  •  Effects of heat  •  Conduction, convection and radiation</a:t>
            </a:r>
          </a:p>
        </p:txBody>
      </p:sp>
      <p:pic>
        <p:nvPicPr>
          <p:cNvPr id="7" name="Picture 6" descr="mh7_ht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heat as a form of energy and name its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heat apart from 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effects of heat, including expansion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conduction, convection and radiation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everyday uses of good and bad conductors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thermos (vacuum) flask keeps heat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Heat, Temperature and Their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heat is and what it does to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and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Heat is energy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Heat is a form of energy that flows from a hotter body to a colder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Temperature tells us how hot or cold a body is; it is measured with a thermometer.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Not the same thing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cup and a bucket of water at the same temperature hold very different amounts of heat.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Units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Temperature is measured in degrees Celsius (°C); heat is a form of energy, measured in joules.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HEAT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Always Flows Hot → Cold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Heat energy moves by itself from a hotter body to a colder one, until both reach the same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Put a hot spoon in cold water — the spoon cools, the water warms.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They stop changing when both are equally warm.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 never flows on its own from cold to 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Heat Comes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Our greatest natural source of heat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Burning fuel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Wood, gas and coal release heat when they burn.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Heaters, irons and geysers turn electricity into heat.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Rubbing hands together warms them — friction makes heat.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EFFECTS OF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Heat Does to a Substance</a:t>
            </a:r>
          </a:p>
        </p:txBody>
      </p:sp>
      <p:pic>
        <p:nvPicPr>
          <p:cNvPr id="6" name="Picture 5" descr="mh7_ht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Heating speeds up the molecules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Heat changes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Raises temperature and makes molecules move faster.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Expands solids, liquids and gases (thermal expansion).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Can change the state — melting and boiling.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Gaps in railway lines and bridges allow for this expansion.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Makes Things Expand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Solids expand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metal ball that just passes through a ring will not fit once heated.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Liquids expand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Water and mercury rise up a tube when warmed.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Gases expand most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Air expands the most of all when heated.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On cooling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Everything contracts (shrinks) again as it cools 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EXPANSION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Expansion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Railway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Small gaps let rails expand on a hot day without buckling.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Bridges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Rollers and gaps let long bridges expand safely.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Overhead wires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Wires are left slightly loose to allow for shrinking in winter.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Tight lids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Warming a metal lid makes it expand and open more easily.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THERMOMETER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Measuring Temperature</a:t>
            </a:r>
          </a:p>
        </p:txBody>
      </p:sp>
      <p:pic>
        <p:nvPicPr>
          <p:cNvPr id="6" name="Picture 5" descr="mh7_ht_ther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310896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Mercury expands up the fine tube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0 °C to 100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thermometer measures temperature.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Most use mercury, which expands evenly on heating.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Celsius scale runs 0 °C (melting ice) to 100 °C (boiling water).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clinical thermometer reads body temperature (around 37 °C).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Kinds of Thermometers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Laboratory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Reads a wide range of temperatures for experiments.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Reads body temperature; has a kink to hold the reading.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Shows the temperature as numbers on a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Handle the glass gently and never shake a lab thermometer.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CHANGE OF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Changes the State of Matter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Melting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solid becomes a liquid on heating — ice to water.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Boiling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liquid becomes a gas on strong heating — water to steam.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Condensation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gas becomes a liquid on cooling — steam to water.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Freezing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liquid becomes a solid on cooling — water to 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HEAT ≠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and Temperature are Different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Temperature is the degree of hotness; heat is the total energy. Two bodies at the same temperature can hold very different amounts of heat.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cup and a bucket of water may be equally warm.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bucket holds far more water, so far more total heat.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Temperature is 'how hot'; heat is 'how much energy'.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Heat, Temperature &amp;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Flow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Heat always flows on its own from a body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 to higher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to lower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temperatures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to smaller size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Flow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Heat always flows on its own from a body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Lower to higher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Higher to lower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temperatures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Larger to smaller 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 energy moves by itself from the hotter body to the colder one, until both reach the same temperature.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cup and a bucket of water are at the same temperature. Compared with the cup, the bucket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total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total heat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total heat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heat at all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cup and a bucket of water are at the same temperature. Compared with the cup, the bucket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total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More total heat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total heat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heat at 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Temperature is the same, but the bucket holds far more water, so it contains much more total heat energy.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Gaps in 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Small gaps are left between railway rails so that the rails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 in summer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 in hot weather without buckling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Carry more trains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cool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Gaps in 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Small gaps are left between railway rails so that the rails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Contract in summer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 in hot weather without buckling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Carry more trains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cool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Metals expand when heated. The gaps give the rails room to expand on a hot day, so the track does not bend out of shape.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Thermometer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Mercury is used in a common thermometer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cheap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evenly and is easily seen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 quickly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gas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Thermometer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Mercury is used in a common thermometer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cheap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Expands evenly and is easily seen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Freezes quickly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 gas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Mercury expands uniformly with temperature and is shiny, so the thread is easy to read against the scale.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Heat Travels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Conduction, convection and radiation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THREE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Conduction, Convection, Radiation</a:t>
            </a:r>
          </a:p>
        </p:txBody>
      </p:sp>
      <p:pic>
        <p:nvPicPr>
          <p:cNvPr id="6" name="Picture 5" descr="mh7_ht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512064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126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Three ways heat moves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Solid • liquid/gas • no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Conduction: heat passes through a solid, particle to particle.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Convection: hot liquid or gas rises and cold sinks, carrying heat.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Radiation: heat travels as rays, needing no medium — as from the Sun.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Metals are good conductors; air, wood and water are poor conductors.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by Conduction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Through solids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Heat passes from particle to particle without them moving away.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metal spoon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end in hot tea soon warms the far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Good conductors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Metals like copper and iron carry heat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Poor conductors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Wood, plastic and air carry heat very slowly.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CONVECTION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by Convection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In fluids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Happens in liquids and gases, which can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Hot rises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Warm fluid becomes lighter and rises; cool fluid sinks.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current forms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This sets up a circulating convection current.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Sea &amp; land breeze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Day and night breezes at the coast are convection currents of air.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RADIATION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by Radiation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No medium needed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Radiation can travel through empty 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From the Sun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Sun's heat reaches us across empty space by radiation.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As rays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travels as invisible heat rays at the speed of light.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Dark vs shiny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Dark, dull surfaces absorb radiation; shiny ones reflect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CONDUCTORS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Good and Poor Conductors in Daily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Cooking pans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Made of metal (good conductor) so heat reaches the food quickly.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Handles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Made of wood or plastic (poor conductors) so they stay cool to hold.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Woollen clothes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Trap air, a poor conductor, keeping body heat in during winter.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Sea breeze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day-time convection current of air from the cool sea to the warm land.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INSULATORS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Putting Poor Conductors to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Warm clothing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Wool and quilts trap air to hold in body heat.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Pot 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Cloth or wood protects our hands from hot vessels.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Double walls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Air between walls keeps rooms and flasks warm.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Birds fluff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Fluffed feathers trap air and keep birds warm in winter.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THERMOS FLASK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Vacuum (Thermos) Flask</a:t>
            </a:r>
          </a:p>
        </p:txBody>
      </p:sp>
      <p:pic>
        <p:nvPicPr>
          <p:cNvPr id="6" name="Picture 5" descr="mh7_ht_fl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015" y="1965960"/>
            <a:ext cx="34747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94015" y="567842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Vacuum + silvered walls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Blocks all three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Keeps hot things hot and cold things cold.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vacuum between double walls stops conduction and convection.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Shiny silvered walls reflect heat back, stopping radiation.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So all three ways of losing heat are blocked at once.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the Flask Blocks Each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Vacuum gap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empty gap has no particles, so no conduction and no convection.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Silvered walls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Shiny surfaces reflect heat rays back, stopping radiation.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Insulating stopper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cork or plastic cap stops heat escaping from the 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Works both ways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keeps hot drinks hot and cold drinks cold alike.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Transfer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Metal pans conduct; boiling water convects the heat through.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Coastal climate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Sea and land breezes are giant convection currents.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hermome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Room heater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Warms the air, which convects around the room.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Sunlight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Radiation warms the Earth from 150 million km away.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CHOOSING WISELY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Choosing Conductors and Insulators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We pick a good conductor where heat must pass quickly, and a poor conductor (insulator) where heat must be kept in or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Cooking vessels — good conductors, for fast heating.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Handles and clothing — poor conductors, to block heat.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right choice makes appliances safe and efficient.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form of energy; flows hot → cold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Temperature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degree of hotness; measured in °C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Effects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expansion and change of state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through solids, particle to particle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hot fluid rises, cold sinks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Radiation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rays, no medium needed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How Heat Travels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Mode in solids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Heat travels through a metal spoon placed in hot tea mainly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transfer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Mode in solids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Heat travels through a metal spoon placed in hot tea mainly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transfer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a solid, heat passes from particle to particle without the particles moving from place to place — this is conduction.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Mode in fluids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in a pan gets heated throughout mainly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 currents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Mode in fluids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in a pan gets heated throughout mainly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Convection currents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Hot water near the flame rises and cooler water sinks to take its place, setting up convection currents that heat all the water.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Heat from the Sun reaches the Earth through empty space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Heat from the Sun reaches the Earth through empty space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There is no air in space, so the Sun's heat cannot travel by conduction or convection — it comes as radiation, which needs no medium.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Woollen clothes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Woollen clothes keep us warm in winter because the trapped air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good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poor conductor of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source of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heavy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Woollen clothes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Woollen clothes keep us warm in winter because the trapped air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good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poor conductor of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source of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Very heavy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Wool traps a lot of air, and air is a poor conductor, so it slows the escape of body heat and keeps us warm.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Feeling the Warmth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is energy on the move — understanding how it flows lets us cook, stay warm, and keep a drink hot for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