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upthrust as the upward push of a fluid. The 'lighter in water' experience is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apparent-weight-loss experiment defines and measures upthrust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properties. Upthrust depends on the fluid and the submerged volume, NOT on the object's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cause: greater pressure on the lower surface than the upper one. This pressure difference IS the upthrust.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Upthrust = weight of displaced water. Convert grams to kg before using g =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Relatable buoyancy examples to cement the concept before the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Archimedes' principle quantifies upthrust. Everything about floating and sinking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eureka-can experiment showing loss of weight = weight of displaced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float/sink rule via density: lighter-than-fluid floats, denser sinks. Leads into density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Archimedes' principle is the central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FLUIDS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Upthrust &amp; Archimedes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Buoyancy &amp; upthrust  •  Why upthrust acts  •  Archimedes' principle  •  Float or sink</a:t>
            </a:r>
          </a:p>
        </p:txBody>
      </p:sp>
      <p:pic>
        <p:nvPicPr>
          <p:cNvPr id="7" name="Picture 6" descr="g9_floa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buoyancy and upthrust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characteristic properties of upthrust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a liquid exerts an upthrust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upthrust equals the weight of displaced liquid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and verify Archimedes' principle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Predict whether a body will float or sink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Buoyancy &amp; Upthrust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upward push of a fluid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UPTHRUST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Buoyancy and Upthrust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a body is placed in a fluid, the fluid exerts an upward force on it called the upthrust or buoyant 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objects feel lighter in water.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acts vertically upward through the centre of the displaced fluid.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the reason ships float and balloons rise.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APPARENT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Apparent Loss of Weight</a:t>
            </a:r>
          </a:p>
        </p:txBody>
      </p:sp>
      <p:pic>
        <p:nvPicPr>
          <p:cNvPr id="6" name="Picture 5" descr="g9up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194560"/>
            <a:ext cx="5486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4498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balance reads less in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Weight lost = upthrust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body weighed in water reads less on a spring balance than in air.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apparent loss of weight equals the upthrust on the body.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Example: 5 N in air but 3 N in water means a 2 N upthrust.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upthrust does not depend on the weight of the body — only on the fluid it displaces.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Characteristic Properties of Upthrust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Acts upward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Always vertically upward, opposite to the weight.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in denser fluids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denser fluid exerts a greater upthrust.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Depends on volume submerged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More of the body submerged means more liquid displaced and more upthrust.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Independent of the 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does not depend on the body's own weight or material, only on the fluid displaced.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WHY IT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a Fluid Exerts an Upthrust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pressure difference top to bottom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Pressure rises with depth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bottom of a submerged body is deeper than its top.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Bigger push from below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 the upward pressure on the base exceeds the downward pressure on the top.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Net upward force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This pressure difference gives a net upward force — the upthrust.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Sideways cancels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sideways pressures on the body cancel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Upthrust From Displaced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body completely immersed in water displaces 250 cm³ of water. Find the upthrust on it. (density of water = 1 g/cm³, g = 10 m/s²)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Mass of water displaced = volume × density = 250 × 1 = 250 g = 0.25 kg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Weight of displaced water = m g = 0.25 × 10 = 2.5 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Upthrust = weight of displaced water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Upthrust = 2.5 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BUOYANCY AROUND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Buoyancy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Swimming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Water's upthrust supports much of our weight, so we feel light in a pool.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Lifting in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heavy stone is easy to lift underwater but heavy once out of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Fish adjust a gas-filled swim bladder to rise or sink.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Life jackets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Filled with low-density material, they increase upthrust and keep us afloat.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Lighter in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stone weighs 8 N in air and 5 N when fully immersed in water. The upthrust on the stone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Lighter in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stone weighs 8 N in air and 5 N when fully immersed in water. The upthrust on the stone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13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8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 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Upthrust = apparent loss of weight = weight in air − weight in water = 8 − 5 = 3 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Upthrust?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fluid pushes a submerged object upward because the pressure on the object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all 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on the bottom (deeper) than on the 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on the 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sideways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Upthrust?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fluid pushes a submerged object upward because the pressure on the object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all 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Greater on the bottom (deeper) than on the 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on the 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sideways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Pressure increases with depth, so the upward push on the lower face is greater than the downward push on the upper face. This difference is the upthrust.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Denser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same metal block is immersed fully first in water and then in a denser salt solution. The upthrust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in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in the salt 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in 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 in both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Denser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same metal block is immersed fully first in water and then in a denser salt solution. The upthrust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in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Greater in the salt 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in 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 in both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Fully immersed, the block displaces the same volume in each, but the denser salt solution weighs more for that volume — so it exerts a greater upthrust.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Half Submerged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block is lowered further into water, the upthrust on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until it is fully submerged, then stays constant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 throughout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Becomes zero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Half Submerged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block is lowered further into water, the upthrust on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Increases until it is fully submerged, then stays constant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 throughout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Becomes 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Upthrust depends on the volume of liquid displaced. As more of the block goes under, it displaces more water and the upthrust grows — until it is fully submerged, after which it no longer changes.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Archimedes'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Exactly how much upthrust?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ARCHIMEDES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Archimedes'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a body is wholly or partly immersed in a fluid, it experiences an upthrust equal to the weight of the fluid it displaces.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Upthrust  =  weight of the displaced fluid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puts an exact value on the upthrust.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Displace more fluid → feel more upthrust.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explains floating, sinking and the apparent loss of weight.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Verifying Archimedes'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overflow-can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Weigh a solid in air using a spring balance.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Lower it into an overflow (eureka) can full to the spout, catching the overflow.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Note the new (smaller) reading while it is immersed.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Weigh the water that overflowed.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loss in weight equals the weight of the displaced water — Archimedes' principle confirmed.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FLOAT OR SINK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Float or Sink?</a:t>
            </a:r>
          </a:p>
        </p:txBody>
      </p:sp>
      <p:pic>
        <p:nvPicPr>
          <p:cNvPr id="6" name="Picture 5" descr="g9up_floa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51206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8698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Floats when upthrust can balance the 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Weight vs upthrust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Compare the weight of the body with the maximum upthrust (when fully submerged).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the upthrust can equal the weight, the body floats.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the weight is greater than the largest possible upthrust, it sinks.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body floats if its average density is less than the fluid's.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Upthrust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upward (buoyant) force a fluid exerts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Apparent loss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weight in air − weight in fluid = upthrust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Cause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greater pressure on the lower face than the upper face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Archimedes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upthrust = weight of fluid displaced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Verification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eureka can: loss of weight = weight of overflow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Float/sink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floats if average density &lt; fluid density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Archimedes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How Much Upthrust?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body displaces 200 g of water when immersed. The upthrust on it equals the weight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g of the body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g of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whole body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container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How Much Upthrust?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body displaces 200 g of water when immersed. The upthrust on it equals the weight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200 g of the body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200 g of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whole body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container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Archimedes' principle the upthrust equals the weight of the displaced fluid — here, the weight of 200 g of water.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Eureka 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overflow-can experiment, the weight of water collected from the spout is found to equal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Weight of the body in 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Apparent loss in weight of the 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Weight of the can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Volume of the body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Eureka 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overflow-can experiment, the weight of water collected from the spout is found to equal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Weight of the body in 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Apparent loss in weight of the 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Weight of the can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Volume of the body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water pushed out weighs exactly the same as the apparent loss in the body's weight — a direct confirmation of Archimedes' principle.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Iron vs 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solid lump of iron sinks, yet a ship made of iron floats. This is because the ship: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lighter than the iron lump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hollow, so it displaces a large weight of water for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made of special iron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an engine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Iron vs 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solid lump of iron sinks, yet a ship made of iron floats. This is because the ship: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lighter than the iron lump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Is hollow, so it displaces a large weight of water for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made of special iron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an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ship's hollow shape lets it push aside a large volume — and hence weight — of water. When that displaced weight equals the ship's weight, the upthrust balances it and the ship floats.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Same Volume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block of wood and a block of iron have the same volume and are fully submerged in water. The upthrust on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on the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on the wood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on 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 on the wood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Same Volume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block of wood and a block of iron have the same volume and are fully submerged in water. The upthrust on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on the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on the wood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same on 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 on the wood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Fully submerged, both displace the same volume of water, so Archimedes' principle gives them the same upthrust — even though the iron is far heavier and will sink.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Floating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wooden block floats at rest on water. The upthrust on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than its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than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equal to its weight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Floating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wooden block floats at rest on water. The upthrust on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than its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than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Exactly equal to its weight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floating body is in equilibrium, so the upward upthrust must exactly balance its downward weight — it sinks just far enough to displace its own weight of water.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Why Ships 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Archimedes' principle — upthrust equals the weight of fluid displaced — explains everything from a floating cork to a steel 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