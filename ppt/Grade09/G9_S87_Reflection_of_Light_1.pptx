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each term against a diagram. Angles are always from the normal, never the surface.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Regular = mirror (clear image); irregular = paper (no image, but lets us see things). Both obey the laws locally.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both laws. The equality i = r is the workhorse for all reflection problems.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Standard practical: measure i and r for several angles and show they are equal.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characteristics: virtual, erect, same size, as far behind. Plus laterally inverted (next slide).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List all characteristics. Lateral inversion is the one students most often forget.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Lateral inversion: left↔right. The AMBULANCE lettering is the classic real-world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inclined-mirror formula is a signature ICSE result. Drill 90°→3 and 60°→5, and parallel→infinite.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 uses of plane mirrors. The periscope (parallel mirrors) and kaleidoscope (inclined mirrors) tie back to the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Rapid recap; i = r and the inclined-mirror formula are the key exam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ICSE • CLASS 9 • LIGHT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"/>
              </a:rPr>
              <a:t>Reflection of Light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Laws of reflection  •  Plane-mirror images  •  Lateral inversion  •  Images in inclined mirrors</a:t>
            </a:r>
          </a:p>
        </p:txBody>
      </p:sp>
      <p:pic>
        <p:nvPicPr>
          <p:cNvPr id="7" name="Picture 6" descr="g9_mirror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Define reflection and the terms used to describe 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Distinguish regular from irregular reflection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State and verify the laws of reflection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the image formed by a plane mirror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lateral inversion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Find the number of images formed by two inclined mirrors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Reflection &amp; the Laws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How light bounces off a surface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TERMS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Reflection — the Key Terms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The vocabulary of reflection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Reflection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bouncing back of light when it strikes a surface.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Incident &amp; reflected ray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ray going to, and the ray coming back from, the surface.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Normal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line drawn at 90° to the surface at the point of incidence.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Angle of incidence (i) &amp; reflection (r)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measured between the rays and the normal.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TYPES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Regular vs Irregular Reflection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irror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Regular reflection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From a smooth, polished surface like a mirror — parallel rays stay parallel.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lug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Irregular (diffuse)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From a rough surface like paper — parallel rays scatter in all directions.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Why we see objects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Diffuse reflection from objects sends light to our eyes from every angle.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book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Same laws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Both kinds still obey the laws of reflection at each tiny point.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LAWS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Laws of Reflection</a:t>
            </a:r>
          </a:p>
        </p:txBody>
      </p:sp>
      <p:pic>
        <p:nvPicPr>
          <p:cNvPr id="6" name="Picture 5" descr="g9rf_l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0975" y="2148839"/>
            <a:ext cx="4937760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30975" y="549554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Angle of incidence = angle of reflection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i = 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Law 1: the angle of incidence equals the angle of reflection (i = r).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Law 2: the incident ray, the reflected ray and the normal all lie in the same plane.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Both angles are measured from the normal.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They hold for every reflecting surface, flat or curved.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Verifying the Laws of Reflection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The pin-and-protractor method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Fix a plane mirror upright on a sheet of paper and draw the normal.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Shine a ray of light (or use pins) at the mirror at a chosen angle.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Mark the incident and reflected rays and measure i and r with a protractor.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Repeat for several angles — each time i = r, confirming the first law.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Angle of Reflection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ray strikes a mirror so that it makes an angle of 30° with the mirror surface. The angle of reflection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30°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60°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90°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15°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Angle of Reflection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ray strikes a mirror so that it makes an angle of 30° with the mirror surface. The angle of reflection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30°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60°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90°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15°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Angles are measured from the normal, not the surface. If the ray is 30° from the surface, the angle of incidence is 90 − 30 = 60°, and the angle of reflection equals it: 60°.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Why See Paper?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We can see a sheet of white paper from any direction because it produces: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Regular reflection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Irregular (diffuse) reflection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No reflection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Refraction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Why See Paper?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We can see a sheet of white paper from any direction because it produces: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Regular reflection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Irregular (diffuse) reflection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No reflection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Refraction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rough surface of paper scatters light in all directions (diffuse reflection), so some reaches your eye wherever you stand — unlike a mirror's regular reflection.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Normal Incidence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ray of light strikes a plane mirror along the normal (i = 0°). It is reflected: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At 90°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Straight back along the same path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Along the mirror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Not at all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Normal Incidence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ray of light strikes a plane mirror along the normal (i = 0°). It is reflected: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At 90°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Straight back along the same path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Along the mirror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Not at all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With i = 0°, the law i = r gives r = 0° too, so the ray returns straight back along its original path — normal incidence.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Both Rays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According to the second law of reflection, the incident ray, reflected ray and normal all lie: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 different planes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 the same plane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On the mirror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Parallel to each other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Both Rays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According to the second law of reflection, the incident ray, reflected ray and normal all lie: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In different planes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In the same plane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On the mirror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Parallel to each other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second law states that the incident ray, the reflected ray and the normal at the point of incidence are all in one plane.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Plane-Mirror Images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What a flat mirror does to light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IMAGE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Image in a Plane Mirror</a:t>
            </a:r>
          </a:p>
        </p:txBody>
      </p:sp>
      <p:pic>
        <p:nvPicPr>
          <p:cNvPr id="6" name="Picture 5" descr="g9rf_p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057400"/>
            <a:ext cx="5120640" cy="3474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586983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Image is as far behind as the object is in front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Virtual, erect, same size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Light from the object reflects off the mirror into the eye.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brain traces the rays back to form a virtual image behind the mirror.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image is as far behind the mirror as the object is in front.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is virtual, erect and the same size as the object.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CHARACTERISTICS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Characteristics of the Image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Virtual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Cannot be caught on a screen; it only appears to be behind the mirror.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Erect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right way up, same as the object.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Same size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Exactly as large as the object.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Laterally inverted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Left and right are swapped over.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LATERAL INVERSION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Lateral Inversion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Why left and right swap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What it is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sideways swapping of left and right in a mirror image.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Your right hand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Looks like the image's left hand.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AMBULANCE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Written reversed on the front of the vehicle so it reads correctly in a driver's mirror.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Clock in a mirror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Appears to run anticlockwise.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INCLINED MIRRORS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Images in Two Inclined Mirrors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Two plane mirrors placed at an angle θ form several images of an object between them.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Number of images  n  =  (360° / θ)  − 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At 90°, n = 360/90 − 1 = 3 images.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At 60°, n = 360/60 − 1 = 5 images.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Parallel mirrors (θ = 0°) form infinitely many images.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Used in the kaleidoscope and the periscope.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USES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Uses of Plane Mirrors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Looking glass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everyday mirror for seeing ourselves.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Periscope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Two parallel mirrors at 45° let us see over walls or from a submarine.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Kaleidoscope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Inclined mirrors make colourful, symmetric patterns.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Instruments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Used in solar cookers and to read fine scales (galvanometers).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Reflection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light bounces back; angles measured from the normal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Regular vs irregular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smooth mirror vs rough paper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Laws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i = r; incident, reflected &amp; normal in one plane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Plane-mirror image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virtual, erect, same size, as far behind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Lateral inversion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left and right are swapped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Inclined mirrors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n = 360/θ − 1; parallel → infinite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Plane Mirrors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Step Back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You stand 1 m in front of a plane mirror. The distance between you and your image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 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0.5 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2 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4 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Step Back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You stand 1 m in front of a plane mirror. The distance between you and your image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 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0.5 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2 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4 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image is as far behind the mirror as you are in front — 1 m behind. So you and your image are 1 + 1 = 2 m apart.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Walk Toward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You walk toward a plane mirror at 1 m/s. Your image approaches you at: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 m/s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0.5 m/s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2 m/s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It stays still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Walk Toward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You walk toward a plane mirror at 1 m/s. Your image approaches you at: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 m/s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0.5 m/s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2 m/s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It stays still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As you move 1 m closer, the image also moves 1 m closer (staying level with you behind the glass). So the gap between you closes at 1 + 1 = 2 m/s.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AMBULANCE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word AMBULANCE is painted reversed on the front of the vehicle so that: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It looks decorative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It reads correctly in the rear-view mirror of the car ahead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It is harder to read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It glows at night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AMBULANCE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word AMBULANCE is painted reversed on the front of the vehicle so that: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It looks decorative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It reads correctly in the rear-view mirror of the car ahead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It is harder to read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It glows at night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driver ahead sees the ambulance in their mirror, which laterally inverts it. Writing it reversed means the mirror image appears the right way round and is easy to read.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Right Angle Mirrors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Two plane mirrors are placed at 90° to each other. The number of images of an object between them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Infinite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Right Angle Mirrors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Two plane mirrors are placed at 90° to each other. The number of images of an object between them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Infinite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Using n = 360/θ − 1 with θ = 90°: n = 360/90 − 1 = 4 − 1 = 3 images.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Barber's Mirrors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Why do two parallel mirrors in a barber's shop show a seemingly endless row of images?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light speeds up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θ = 0°, so n = 360/θ − 1 is infinite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mirrors are curved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light changes colour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Barber's Mirrors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Why do two parallel mirrors in a barber's shop show a seemingly endless row of images?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light speeds up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θ = 0°, so n = 360/θ − 1 is infinite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mirrors are curved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light changes colour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For parallel mirrors the angle between them is zero, and 360/0 is infinite. Each mirror keeps re-reflecting the other's image, giving an endless series.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Mirror, Mirror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From i = r to a barber's endless reflections, the simple laws of reflection explain every image in a flat mirror.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