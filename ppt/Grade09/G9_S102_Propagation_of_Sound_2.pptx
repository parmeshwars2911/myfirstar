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Speed of sound in a gas rises with temperature and humidity, and in lighter gases. These are commonly examined.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Crucial list: pressure, loudness, frequency and wavelength do NOT change the speed. The 'music not jumbled' argument is memorable.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huge speed gap explains the lightning-then-thunder delay. Also contrast medium and wave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echo method: remember 2d for the round trip and average several readings to reduce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ranges around the 20 Hz–20 kHz audible band. Infrasonic below, ultrasonic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Ultrasound's short wavelength gives fine detail and a narrow beam — ideal for imaging, SONAR, cleaning and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advantages flow from the short wavelength: directed beam, fine detail, plus it is non-ionising and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the affects/does-not-affect lists and ultrasound uses are the key exam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9 •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Speed of Sound &amp; Ultrasound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What changes the speed  •  Sound vs light  •  Measuring the speed  •  Ultrasound</a:t>
            </a:r>
          </a:p>
        </p:txBody>
      </p:sp>
      <p:pic>
        <p:nvPicPr>
          <p:cNvPr id="7" name="Picture 6" descr="g9_ultrasound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the factors that affect the speed of sound in a gas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the factors that do NOT affect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Compare the speed of sound with the speed of light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the speed of sound in air is measured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infrasonic, sonic and ultrasonic sounds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uses of ultrasound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Speed of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does — and does not — change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AFFECTS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Factors That Affect the Speed in a Gas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hermomete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Sound travels faster in warmer air (about 0.6 m/s faster per °C).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Humidity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Sound travels faster in moist (humid) air than in dry air.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Nature of the gas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travels faster in a lighter, less dense gas.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Wind blowing toward the listener adds to the apparent speed.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DOES NOT AFFECT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Factors That Do NOT Affect the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Changing the pressure of a gas (at fixed temperature) does not change the speed.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Loudness (amplitude)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loud and a soft sound travel at the same speed.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av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Frequency / pitch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High and low notes travel at the same speed — or music would arrive jumbled.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wav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Wavelength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Follows frequency; it does not change the speed in a given gas.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SOUND VS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Compared With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Light travels almost a million times faster than sound, which is why we see distant events before we hear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v(light) = 3 × 10⁸ m/s   ≫   v(sound) ≈ 340 m/s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We see lightning before we hear the thunder.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can travel through a vacuum; sound cannot.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is a transverse wave; sound is longitudinal.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Measuring the Speed of Sound (Echo Method)</a:t>
            </a:r>
          </a:p>
        </p:txBody>
      </p:sp>
      <p:pic>
        <p:nvPicPr>
          <p:cNvPr id="6" name="Picture 5" descr="g9sw_ec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3035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Time the echo from a distant wall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v = 2d /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Stand a measured distance d from a large wall.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Clap and measure the time t for the echo to return.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sound travels 2d (to the wall and back) in time 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Speed of sound v = 2d / t — repeat and average.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Hot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On a hot afternoon compared with a cold morning, the speed of sound in the air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Higher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Unchanged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Hot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On a hot afternoon compared with a cold morning, the speed of sound in the air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Higher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Unchanged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Zero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Sound travels faster in warmer air — roughly 0.6 m/s faster for each degree Celsius rise — because the particles move and collide more rapidly.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No Effect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does NOT change the speed of sound in a gas?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Humidity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Pressure (at constant temperature)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type of gas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No Effect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of these does NOT change the speed of sound in a gas?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Humidity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Pressure (at constant temperature)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type of gas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At a fixed temperature, changing a gas's pressure does not alter the speed of sound, because density changes in proportion. Temperature, humidity and the gas itself do affect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Thunder Delay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You see a flash of lightning and hear the thunder 3 seconds later. This delay occurs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Thunder happens after lightning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 travels far faster than sound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Sound is louder than 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storm is moving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Thunder Delay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You see a flash of lightning and hear the thunder 3 seconds later. This delay occurs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Thunder happens after lightning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Light travels far faster than sound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Sound is louder than 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storm is moving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Light reaches you almost instantly, but sound at ~340 m/s takes time to arrive. The 3 s gap is the time the thunder's sound needs to cover the distance.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Echo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echo from a cliff returns in 2 s when the speed of sound is 340 m/s. The cliff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680 m away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340 m away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170 m away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1020 m away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Echo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echo from a cliff returns in 2 s when the speed of sound is 340 m/s. The cliff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680 m away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340 m away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170 m away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1020 m away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sound travels 2d = 340 × 2 = 680 m for the round trip, so the cliff is 680 / 2 = 340 m away.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Humid 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travels slightly faster on a humid day than on a dry day because moist air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Denser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Slightly less dense than dry 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Hotter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higher pressure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Humid 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travels slightly faster on a humid day than on a dry day because moist air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Denser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Slightly less dense than dry 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Hotter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higher pressure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Water vapour is lighter than the nitrogen and oxygen it replaces, so humid air is a little less dense — and sound travels faster in a less dense gas.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Infrasound, Ultrasound &amp; 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Sounds beyond our hearing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Infrasonic, Sonic and Ultrasonic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oun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Audible (sonic)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Frequencies we can hear: about 20 Hz to 20,000 Hz.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Infrasonic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Below 20 Hz — too low to hear; from earthquakes and large animals like elephants.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Ultrasonic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Above 20,000 Hz — too high to hear; produced and heard by bats and dolphins.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With 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upper limit of human hearing drops as we grow older.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ULTRASOUND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Uses of Ultrasound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High-frequency sound at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Medical scans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Ultrasound builds images of a baby or internal organs safely.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SONAR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Ships find the depth of the sea and locate shoals or wrecks.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Cleaning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Ultrasonic vibrations clean delicate items like jewellery and instruments.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Flaw detection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Reveals hidden cracks inside metal castings and welds.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WHY ULTRASOUND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Ultrasound Is So Useful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a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Narrow beam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Its short wavelength can be sent as a focused, directed beam.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Fine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Short wavelengths resolve small features in scans and tests.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Harmless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At the levels used, it does not damage living tissue like X-rays can.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oun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Echoes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reflects clearly off boundaries, so echoes can be timed and imaged.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Affects speed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temperature, humidity, the gas itself, wind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No effect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pressure, loudness, frequency, wavelength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Sound vs light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light ≈ 3 × 10⁸ m/s ≫ sound ≈ 340 m/s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Measuring speed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echo method, v = 2d / 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Ranges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infrasonic &lt; 20 Hz &lt; audible &lt; 20 kHz &lt; ultrasonic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Ultrasound uses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scans, SONAR, cleaning, flaw detection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Speed &amp; Ultrasound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Bat Navigation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bat finds insects in the dark by emitting and listening for: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Infrasound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Ultrasound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Visible 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Radio waves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Bat Navigation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bat finds insects in the dark by emitting and listening for: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Infrasound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Ultrasound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Visible 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Radio waves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Bats emit ultrasonic squeaks (above 20,000 Hz) and listen for the echoes to locate insects and obstacles — echolocation using ultrasound.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Why Not X-rays?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Ultrasound is preferred over X-rays for scanning an unborn baby because ultrasound: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cheaper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Does not harm living tissue at the levels used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Travels faster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visible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Why Not X-rays?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Ultrasound is preferred over X-rays for scanning an unborn baby because ultrasound: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cheaper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Does not harm living tissue at the levels used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Travels faster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visible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Ultrasound is non-ionising, so at scanning levels it is safe for the baby and mother — unlike X-rays, which can damage living cells.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Music Arrives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We know that all frequencies of sound travel at the same speed in air because, otherwise, a distant band's music would: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 louder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Arrive jumbled, with high and low notes out of step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Travel faster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Not be heard at all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Music Arrives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We know that all frequencies of sound travel at the same speed in air because, otherwise, a distant band's music would: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 louder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Arrive jumbled, with high and low notes out of step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Travel faster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Not be heard at 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If high and low notes travelled at different speeds, they would reach a distant listener at different times and the tune would be scrambled. Since music stays in tune, all frequencies share one speed.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Infrasonic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sound of frequency 10 Hz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Audible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Infrasonic (below hearing)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Ultrasonic (above hearing)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loudest possible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Infrasonic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sound of frequency 10 Hz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Audible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Infrasonic (below hearing)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Ultrasonic (above hearing)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loudest possible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10 Hz is below the 20 Hz lower limit of human hearing, so it is infrasonic — the kind of low rumble produced by earthquakes.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SONAR 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ship's SONAR pulse returns from the seabed in 0.5 s. If sound travels at 1500 m/s in water, the depth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750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375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3000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1500 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SONAR 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ship's SONAR pulse returns from the seabed in 0.5 s. If sound travels at 1500 m/s in water, the depth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750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375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3000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1500 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Total path = 1500 × 0.5 = 750 m for the round trip, so the depth is 750 / 2 = 375 m. Always halve the echo distance.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Beyond What We Can 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a clap's echo to a baby's first scan, understanding the speed and range of sound puts it to work for 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