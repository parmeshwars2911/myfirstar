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hydraulics from the previous lesson as the lead-in, then move to the atmosphere.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Air has weight, so it presses on us. We don't feel it because internal pressure balances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 demonstrations. Each works because air pressure pushes from outside when the inside pressure is reduced.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Everyday uses. Stress the pattern: reduce pressure on one side, and atmospheric pressure does the pushing.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the units students will meet: pascals, cm of mercury, atmospheres and millibars on weather maps.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balance: atmospheric pressure on the trough equals the pressure of the 76 cm mercury column. Mercury's density keeps it compact.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Pressure drops with altitude. Link to oxygen on mountains and lower boiling points high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barometer does double duty: forecasting weather (pressure trends) and, as an altimeter, measuring height.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barometer and the altitude relationship are the key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FLUIDS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Atmospheric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Hydraulic machines  •  Atmospheric pressure  •  The barometer  •  Pressure &amp; altitude</a:t>
            </a:r>
          </a:p>
        </p:txBody>
      </p:sp>
      <p:pic>
        <p:nvPicPr>
          <p:cNvPr id="7" name="Picture 6" descr="g9_atmospher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 examples of hydraulic machines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what atmospheric pressure 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demonstrations of atmospheric pressure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everyday consequences of atmospheric pressure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a barometer measures atmospheric pressure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pressure varies with altitude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Hydraulic Machines &amp; the Atmosphere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Multiplying force, and the ocean of air above 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HYDRAULICS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Hydraulic Machines</a:t>
            </a:r>
          </a:p>
        </p:txBody>
      </p:sp>
      <p:pic>
        <p:nvPicPr>
          <p:cNvPr id="6" name="Picture 5" descr="g9pr_hy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small effort raises a heavy 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Force multipliers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Hydraulic machines use Pascal's law to multiply force.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small force on a small piston produces a large force on a large piston.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Examples: hydraulic press, car brakes, jacks and excavators.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They trade a long movement of the small piston for a large force on the 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ATMOSPHERIC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Atmospheric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atmosphere is a deep ocean of air whose weight presses on everything — this is atmospheric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Normal value ≈ 1.013 × 10⁵ Pa (≈ 76 cm of mercury)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acts in all directions, like any fluid pressure.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do not feel it because it is balanced by the pressure inside our bodies.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decreases as we go up, where there is less air above.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DEMONSTRATIONS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Showing Atmospheric Pressure Exists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Crushing 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Steam is boiled in a can, then it is sealed and cooled — the air pressure outside crushes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Magdeburg hemispheres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Two evacuated hemispheres cannot be pulled apart, held by air pressure.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r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Water in a glass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card holds water in an inverted glass — air pressure pushes up on the card.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Rubber sucker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Squeeze out the air and atmospheric pressure holds the sucker to the wall.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Atmospheric Pressure in Daily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Drinking straw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Sucking lowers the pressure inside; air pressure pushes the drink up the straw.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Syringe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Pulling the plunger lets atmospheric pressure push liquid 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r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Dropper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Releasing the bulb lets air pressure push liquid up into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Pumps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Lift and force pumps move water using pressure differences.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Ways of Stating Atmospheric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One pressure, several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Pascal (Pa)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SI unit; normal atmospheric pressure ≈ 1.013 × 10⁵ Pa.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Centimetres of mercury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Normal pressure supports 76 cm (760 mm) of mercury.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Atmosphere (atm)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1 atm is the average sea-level pressure.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Bar / millibar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Weather maps often use millibars; 1 bar ≈ 10⁵ Pa.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The Straw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you drink through a straw, the drink rises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You pull the liquid up with suction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Lowering the pressure inside lets atmospheric pressure push the drink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straw heats the liquid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Gravity pushes it 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The Straw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you drink through a straw, the drink rises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You pull the liquid up with suction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Lowering the pressure inside lets atmospheric pressure push the drink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straw heats the liquid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Gravity pushes it 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Sucking removes air from the straw, lowering the pressure inside. The greater atmospheric pressure on the drink's surface then pushes the liquid up the straw.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Crushing Can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sealed can with a little steam inside is cooled and suddenly crumples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steam expands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steam condenses, lowering the inside pressure so the atmosphere crushes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metal shrinks a lot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freezes inside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Crushing Can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sealed can with a little steam inside is cooled and suddenly crumples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steam expands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steam condenses, lowering the inside pressure so the atmosphere crushes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metal shrinks a lot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 freezes inside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Cooling condenses the steam, drastically lowering the pressure inside the can. The unbalanced atmospheric pressure outside then crushes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Why No Squash?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We are not crushed by the huge atmospheric pressure on us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Our skin is very strong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pressure of fluids inside our bodies balances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Atmospheric pressure is actually small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We are too light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Why No Squash?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We are not crushed by the huge atmospheric pressure on us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Our skin is very strong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pressure of fluids inside our bodies balances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Atmospheric pressure is actually small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We are too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pressure of the blood and fluids inside our bodies pushes outward with equal force, balancing the atmospheric pressure pushing in — so there is no net squeezing.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Hydraulic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Hydraulic machines are able to multiply force because they 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Atmospheric pressure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Pascal's law — equal transmission of pressure in a 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weight of 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Magnetism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Hydraulic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Hydraulic machines are able to multiply force because they 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Atmospheric pressure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Pascal's law — equal transmission of pressure in a 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weight of 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Magnetism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Hydraulics rely on a liquid transmitting pressure equally (Pascal's law); the larger output piston then turns that pressure into a much larger force.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Sucker on Glass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rubber sucker sticks firmly to a smooth wall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Glue on the sucker holds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Squeezing out the air lets atmospheric pressure hold it 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magnetic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wall pulls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Sucker on Glass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rubber sucker sticks firmly to a smooth wall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Glue on the sucker holds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Squeezing out the air lets atmospheric pressure hold it 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is magnetic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wall pulls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Pressing the sucker drives out the air behind it. With little pressure inside, the full atmospheric pressure outside presses it against the wall and holds it there.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Measuring Atmospheric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barometer, altitude and the weather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BAROMETER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Mercury Barometer</a:t>
            </a:r>
          </a:p>
        </p:txBody>
      </p:sp>
      <p:pic>
        <p:nvPicPr>
          <p:cNvPr id="6" name="Picture 5" descr="g9pr_b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965960"/>
            <a:ext cx="42062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62495" y="567842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Atmospheric pressure supports the column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76 cm of mercury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barometer measures atmospheric pressure.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Atmospheric pressure supports a column of mercury about 76 cm high in a sealed tube.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Above the mercury is a vacuum (the Torricellian vacuum).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Mercury is used because it is very dense — water would need a 10 m tube!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ALTITUDE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Pressure and Altitude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Less air above means less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Falls with height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Atmospheric pressure decreases as you go higher — there is less air above.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On mountains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Climbers carry oxygen because the thin air has low pressure.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Aircraft cabins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Planes are pressurised because the outside pressure is very low at altitude.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Boiling point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Water boils below 100°C high up, where pressure is lower.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WEATHER &amp; ALTIMETER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the Barometer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Weather forecasting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rising barometer suggests fair weather; a falling one warns of storms or rain.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Altimeter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aneroid barometer marked in height measures altitude in aircraft.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Aneroid barometer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compact, liquid-free barometer used for portability.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r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Sudden drop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sharp fall in pressure often means a storm is coming.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Hydraulic machines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use Pascal's law to multiply force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Atmospheric pressure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weight of the air; ≈ 10⁵ Pa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Demonstrations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crushing can, Magdeburg hemispheres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Consequences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straws, syringes, droppers, pumps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Barometer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atmospheric pressure supports 76 cm of mercury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Altitude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pressure falls with height; barometers forecast weather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Atmosphere &amp; Barometer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Why Mercury?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barometer uses mercury rather than water because mercury: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cheaper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far denser, so the column is a manageable 76 cm instead of about 10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colourless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Boils easily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Why Mercury?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barometer uses mercury rather than water because mercury: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cheaper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Is far denser, so the column is a manageable 76 cm instead of about 10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colourless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Boils easily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Because mercury is about 13.6 times denser than water, atmospheric pressure supports only 76 cm of it. A water barometer would need a tube over 10 m tall.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On a Mountain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As a climber goes higher up a mountain, the reading on a barometer they carry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Decrease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 exactly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Drop to zero immediately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On a Mountain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As a climber goes higher up a mountain, the reading on a barometer they carry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Decrease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 exactly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Drop to zero immediately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There is less air above at greater heights, so atmospheric pressure — and the barometer reading — falls steadily as the climber ascends.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Falling Barometer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barometer reading that is falling quickly usually indicates: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Fair, dry weather ahead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approaching storm or 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rise in temperature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change in weather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Falling Barometer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barometer reading that is falling quickly usually indicates: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Fair, dry weather ahead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An approaching storm or 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rise in temperature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change in weather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Low and falling pressure is associated with unsettled, stormy weather, which is why a dropping barometer is taken as a warning of rain.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Above the Mercury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space above the mercury in a barometer tube contains: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vapour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mercury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Above the Mercury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space above the mercury in a barometer tube contains: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 vapour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More mercury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tube is filled and inverted so that no air can enter, leaving a vacuum (the Torricellian vacuum) above the mercury. Any air there would push the column down and spoil the reading.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Altimeter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aircraft's altimeter is really a barometer because altitude can be found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How atmospheric pressure decreases with height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speed of the plane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Earth's magnetism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Altimeter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aircraft's altimeter is really a barometer because altitude can be found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How atmospheric pressure decreases with height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speed of the plane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Earth's magnetism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Since atmospheric pressure falls in a known way as you climb, a barometer scaled in metres (an altimeter) can read off the aircraft's altitude from the pressure.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An Ocean of 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We live at the bottom of a sea of air — measuring its pressure lets us forecast storms and fly safely above the clouds.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