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current as flowing charge, I = Q/t, measured in amperes by an ammeter in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of DC: cells, dynamos, solar cells. DC always flows in one direction, unlike 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= single-use (dry cell); secondary = rechargeable (accumulator/phone battery). A common Class 9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DC (one direction, cells) vs AC (reversing, mains). Indian mains is 50 Hz 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through each symbol. Students must be able to read and draw these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loop. Emphasise a complete path is essential — leads into open/closed circuits.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effects of a current: heating, lighting, magnetic and chemical. Each underlies everyday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electrons distinguish conductors from insulators. Link to the copper-core/plastic-sheath of everyday wires.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Closed = complete = current flows; open = broken = no current. The switch is just a controlled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current needs a complete path; one break stops the whole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symbols and the open/closed-circuit idea are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Electric Current &amp;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Sources of current  •  Circuit symbols  •  Simple circuits  •  Conductors &amp; insulators</a:t>
            </a:r>
          </a:p>
        </p:txBody>
      </p:sp>
      <p:pic>
        <p:nvPicPr>
          <p:cNvPr id="7" name="Picture 6" descr="g9_circui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sources of direct current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electric current and its unit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Recognise the standard circuit symbols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Draw and describe a simple electric circuit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conductors from insulators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open from closed circuits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Current, Sources &amp; Symbols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current is and how we draw circuits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An electric current is a flow of electric charge through a conductor.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Current  I  =  charge Q / time t   (unit: ampere,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driven round a circuit by a source such as a cell.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Measured by an ammeter, connected in series.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steady current in one direction is direct current (DC).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Sources of Direct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tter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Cells &amp; batteries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Convert chemical energy into electrical energy (e.g. a torch cell).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DC generator (dynamo)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Converts mechanical energy into a direct current.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atter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Solar 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Convert sunlight directly into a direct current.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Always one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All these give direct current — it flows steadily one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CELL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Primary and Secondary Cells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tter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Primary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Gives current from a chemical reaction that cannot be reversed — used up and thrown away (e.g. a dry cell).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atter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Secondary cell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Can be recharged by passing current back through it (e.g. a car battery, a phone battery).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Primary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torch dry cell — cheap and convenient but not rechargeable.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Secondary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lead-acid accumulator — stores charge and is reused many 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DC VS 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Direct and Alternating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Direct current (DC)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Flows steadily in one direction — from cells, batteries and solar cells.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Alternating current (AC)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Reverses direction many times each second — supplied by the mains.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Mains in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AC at 50 hertz — it changes direction 100 times a second.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Which for 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DC suits electronics and torches; AC is easy to transmit over long distances.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Symbols Used in Circuit Diagrams</a:t>
            </a:r>
          </a:p>
        </p:txBody>
      </p:sp>
      <p:pic>
        <p:nvPicPr>
          <p:cNvPr id="6" name="Picture 5" descr="g9ce_symb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1965960"/>
            <a:ext cx="493776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0975" y="56784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Standard symbols for circuit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common language for circuits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Circuits are drawn using simple, standard symbols.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cell, a battery, a bulb, a switch, a resistor, an ammeter and a voltmeter each have their own symbol.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Wires are shown as straight lines joining the components.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Using symbols makes circuits quick to draw and easy to understand.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SIMPLE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Simple Electric Circuit</a:t>
            </a:r>
          </a:p>
        </p:txBody>
      </p:sp>
      <p:pic>
        <p:nvPicPr>
          <p:cNvPr id="6" name="Picture 5" descr="g9ce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49377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complete loop lights the bulb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Cell, switch, bulb, wires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simple circuit has a source (cell), connecting wires, a switch and a device (bulb).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the switch is closed, current flows and the bulb lights.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current leaves the cell, passes through the bulb and returns to the cell.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must be a complete, unbroken loop for current to 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an Electric Current Can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Heating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Current heats a wire — used in heaters, irons and filament bulbs.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Lighting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makes filaments and LEDs glow to give light.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gn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Magnetic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current creates a magnetic field — used in electromagnets and motors.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Chemical effect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can drive chemical changes, as in electroplating and charging cells.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Is Current?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electric current is best described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Build-up of charge at a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Flow of electric charge through a conductor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Type of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Form of light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Is Current?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electric current is best described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Build-up of charge at a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Flow of electric charge through a conductor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Type of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Form of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Current is moving charge. In a metal wire it is a flow of electrons driven round the circuit by the cell, measured in amperes.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Measuring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measure the current in a circuit, an ammeter is connected: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parallel with the bulb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series, in the main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Across the cell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Outside the circuit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Measuring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measure the current in a circuit, an ammeter is connected: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parallel with the bulb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 series, in the main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Across the cell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Outside the circuit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ammeter must carry the whole current it measures, so it is connected in series — in the line of the circuit, not across a component.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DC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NOT a source of direct current?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torch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solar cell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car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mains socket at home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DC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NOT a source of direct current?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torch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solar cell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car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mains socket at home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Cells, batteries and solar cells all give direct current. The household mains supplies alternating current (AC), which reverses direction many times a second.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Read the Symbol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circuit diagram, a small circle with a cross inside it represents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Bulb (lamp)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Read the Symbol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circuit diagram, a small circle with a cross inside it represents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Switch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Bulb (lamp)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Resistor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crossed circle is the standard symbol for a lamp or bulb. A cell is two parallel lines of unequal length, and a resistor is a rectangle.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electromagnet works because an electric current produces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Heating effect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effect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 effect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Lighting effect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electromagnet works because an electric current produces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Heating effect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Magnetic effect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Chemical effect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Lighting effect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current flowing through a coil creates a magnetic field — the magnetic effect of current. This is what makes an electromagnet (and electric motors) work.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Conductors, Insulators &amp;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carries current, and complete vs broken loops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CONDUCTORS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Conductors and Insulators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Conductors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Let current pass easily — they have free electrons (e.g. copper, silver, aluminium).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Insulators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Block current — they have almost no free electrons (e.g. rubber, glass, plastic).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a wire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copper core carries the current; a plastic sheath keeps it in and us safe.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Special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Some materials (semiconductors) lie in between.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OPEN VS CLOSED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Open and Closed Circuits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Closed circuit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unbroken loop — current flows and the bulb lights.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Open circuit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break somewhere (switch off or a loose wire) — no current 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switch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switch simply opens or closes the circuit to turn a device off or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Fault finding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blown bulb or broken wire leaves the circuit open and dark.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CLOSED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the Loop Must Be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No complete loop, no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One unbroken path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Charge can only flow round a continuous conducting loop.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Any break stops it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single gap anywhere stops the current everywhere.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switch decides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Closing the switch completes the loop; opening it breaks the loop.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Same current throughout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 a single loop the same current passes through every part.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Current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flow of charge; I = Q/t; unit ampere; ammeter in series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DC sources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cells, batteries, dynamos, solar cells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Symbols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standard symbols for cell, bulb, switch, meters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Simple circuit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source + wires + switch + device in a loop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Conductors/insulators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free electrons let current pass or not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Open/closed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complete loop flows; a break stops the current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Bulb Won't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torch bulb does not light when the switch is on. The most likely reason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Too much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break somewhere, leaving the circuit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wires are too short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bulb is a conductor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Bulb Won't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torch bulb does not light when the switch is on. The most likely reason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Too much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break somewhere, leaving the circuit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wires are too short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bulb is a conductor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If the bulb stays dark with the switch on, the loop is not complete — perhaps a flat cell, a blown filament or a loose wire has left the circuit open.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Best Conductor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material would you choose to carry the current in a wire?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Rubber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Best Conductor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material would you choose to carry the current in a wire?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Rubber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Plastic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Copper is an excellent conductor with many free electrons and is affordable, so it is used for the current-carrying core of wires. Rubber, glass and plastic are insulators.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Job of a Switch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switch in a circuit works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Storing charge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Opening or closing the conducting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Producing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Measuring voltage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Job of a Switch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switch in a circuit works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Storing charge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Opening or closing the conducting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Producing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Measuring voltage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switch is simply a controlled break: closing it completes the loop so current flows, and opening it breaks the loop so the device turns off.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Plastic Coating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plastic coating around an electric wire is there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Help it conduct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Insulate the wire, keeping current in and us safe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it heavier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Store charge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Plastic Coating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plastic coating around an electric wire is there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Help it conduct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Insulate the wire, keeping current in and us safe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it heavier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Store charge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Plastic is an insulator. The coating stops the current escaping the copper core and protects us from electric shock if we touch the wire.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simple single-loop circuit, the current in the wire near the cell compared with the current in the bulb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Smaller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simple single-loop circuit, the current in the wire near the cell compared with the current in the bulb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Smaller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Exactly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a single unbroken loop there is only one path, so the same current flows through every part — the cell, the wires and the bulb all carry it equally.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Completing the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source, a loop and a switch — the simple ingredients behind every electric device you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