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previewing these objectives so students know what they should be able to do by the end of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Concave = caves in, converges; convex = bulges out, diverges. Anchor each with a real mirror.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Define each term against a diagram. These feed straight into the ray diagrams and f = R/2.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 = R/2 is a key relation. Concave focus is real; convex focus is virtual (behind the mirror).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standard rays for mirror ray diagrams. Two rays fix the image 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distant object images at F, so the screen distance is f. Then R = 2f. A neat way to find R experimentally.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Concave mirror images change with object position — real &amp; inverted for far objects, virtual &amp; magnified when close (within F).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Convex mirror: always virtual, erect, diminished, with a wide view — why it is used for rear-view and security mirrors.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Match mirror to use: concave magnifies/focuses; convex gives a wide view. The dentist's mirror and solar concentrator are also concave.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Side-by-side comparison of the three mirror types — a common summary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Rapid recap; f = R/2 and the concave image cases are the key exam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ICSE • CLASS 9 • LIGHT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8046720" cy="17373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5000" b="1" i="0">
                <a:solidFill>
                  <a:srgbClr val="FFFFFF"/>
                </a:solidFill>
                <a:latin typeface="Calibri"/>
              </a:rPr>
              <a:t>Spherical Mirrors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8046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Concave &amp; convex mirrors  •  Focus &amp; focal length  •  Ray diagrams  •  Uses</a:t>
            </a:r>
          </a:p>
        </p:txBody>
      </p:sp>
      <p:pic>
        <p:nvPicPr>
          <p:cNvPr id="7" name="Picture 6" descr="g9_spherical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103120"/>
            <a:ext cx="265176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2167127"/>
            <a:ext cx="457200" cy="45720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Identify concave and convex spherical mirrors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46520" y="2167127"/>
            <a:ext cx="457200" cy="45720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Define the terms used for spherical mirrors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3474719"/>
            <a:ext cx="457200" cy="45720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Relate focal length to radius of curvature (f = R/2)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46520" y="3474719"/>
            <a:ext cx="457200" cy="45720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Use the convenient rays to construct ray diagrams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4400" y="4782312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Describe images formed by concave and convex mirrors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782312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State the uses of concave and convex mirrors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Spherical Mirrors &amp; Their Terms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Curved reflecting surfaces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TWO TYPES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Concave and Convex Mirrors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irror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Spherical mirror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mirror that is part of a hollow sphere.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en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Concave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Reflecting surface curves inward; it converges light (a converging mirror).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len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Convex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Reflecting surface bulges outward; it diverges light (a diverging mirror).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Everywhere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Shaving and make-up mirrors are concave; vehicle rear-view mirrors are convex.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TERMS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Terms for a Spherical Mirror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Pole, centre, focus, focal length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Pole (P)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the centre of the mirror's reflecting surface.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Centre of curvature (C)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the centre of the sphere the mirror is part of.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Radius of curvature (R)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the radius of that sphere (distance PC).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Principal focus (F)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where rays parallel to the axis meet (or appear to).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Focal length (f)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the distance from the pole to the focus, PF.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F = R/2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Focus and Focal Length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For a spherical mirror, the principal focus lies exactly halfway between the pole and the centre of curvature.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focal length  f  =  R /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Rays parallel to the principal axis converge at F (concave) or appear to come from F (convex).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So the focal length is half the radius of curvature.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more sharply curved mirror has a shorter focal length.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RAY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Convenient Rays for Ray Diagrams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ay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Parallel ray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ray parallel to the axis reflects through the focus F.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ray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Focal ray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ray through F reflects back parallel to the axis.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ray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Central-of-curvature ray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ray through C hits the mirror normally and returns along itself.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Two are enough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Any two of these locate the image; the third is a check.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Focal Length and Radius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09728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6A4C93"/>
                </a:solidFill>
                <a:latin typeface="Calibri"/>
              </a:rPr>
              <a:t>Problem.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A concave mirror forms a sharp image of a distant tree on a screen 15 cm from the mirror. Find its radius of curvature.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108960"/>
            <a:ext cx="10881360" cy="2651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337560"/>
            <a:ext cx="10149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A distant object focuses at the principal focus, so f = 15 cm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f = R / 2   →   R = 2 f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R = 2 × 15 = 30 cm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074920"/>
            <a:ext cx="10881360" cy="59436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074920"/>
            <a:ext cx="101498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9D8F"/>
                </a:solidFill>
                <a:latin typeface="Calibri"/>
              </a:rPr>
              <a:t>Answer: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Radius of curvature R = 30 cm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Check Your Understanding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4 questions  •  think before the answer reveals on the next slide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Which Converges?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Which spherical mirror converges a parallel beam of light to a real focus?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Convex mirror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Concave mirror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Plane mirror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Neither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Which Converges?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Which spherical mirror converges a parallel beam of light to a real focus?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Convex mirror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Concave mirror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Plane mirror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Neither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 concave mirror curves inward and brings parallel rays together at a real focus in front of it — a converging mirror. A convex mirror spreads them out.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Focal Length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concave mirror has a radius of curvature of 40 cm. Its focal length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80 cm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40 cm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20 cm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10 cm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Focal Length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concave mirror has a radius of curvature of 40 cm. Its focal length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80 cm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40 cm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20 cm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10 cm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f = R/2 = 40/2 = 20 cm. The focus lies halfway between the pole and the centre of curvature.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Centre Ray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ray of light passing through the centre of curvature of a concave mirror, after reflection: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Passes through the focus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Returns along the same path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Goes parallel to the axis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Is not reflected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Centre Ray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ray of light passing through the centre of curvature of a concave mirror, after reflection: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Passes through the focus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Returns along the same path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Goes parallel to the axis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Is not reflected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 ray through C strikes the mirror along the normal (i = 0°), so it reflects straight back on itself.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Convex Focus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principal focus of a convex mirror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Real, in front of the mirror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Virtual, behind the mirror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At the pole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At infinity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Convex Focus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principal focus of a convex mirror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Real, in front of the mirror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Virtual, behind the mirror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At the pole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At infinity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 convex mirror diverges parallel rays; they only appear to come from a point behind the mirror, so its focus is virtual.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Images and Uses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What curved mirrors do, and where we use them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CONCAVE IMAGES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Images in a Concave Mirror</a:t>
            </a:r>
          </a:p>
        </p:txBody>
      </p:sp>
      <p:pic>
        <p:nvPicPr>
          <p:cNvPr id="6" name="Picture 5" descr="g9rf_conca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48839"/>
            <a:ext cx="5303520" cy="3291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495543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Object beyond C → real, inverted, diminished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19495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Depends on object position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19495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image depends on where the object is placed.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Object beyond C: real, inverted and diminished.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Object between F and C: real, inverted and magnified.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Object between F and the pole: virtual, erect and magnified.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CONVEX IMAGES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Images in a Convex Mirror</a:t>
            </a:r>
          </a:p>
        </p:txBody>
      </p:sp>
      <p:pic>
        <p:nvPicPr>
          <p:cNvPr id="6" name="Picture 5" descr="g9rf_conv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5215" y="2240280"/>
            <a:ext cx="530352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65215" y="5404103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A wide field of view in a small mirror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Always virtual, erect, diminished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convex mirror always forms the same kind of image.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image is virtual, erect and diminished.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It lies behind the mirror, between the pole and F.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Because the image is small, a convex mirror gives a wide field of view.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USES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Uses of Curved Mirrors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ens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Concave — shaving/make-up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Held close, it gives a magnified, erect image of the face.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ens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Concave — reflectors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In torches, headlights and search-lights to throw a parallel beam.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lens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Convex — rear-view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In vehicles for a wide field of view behind.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lens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Convex — security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In shops and at blind corners to watch a large area.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DISTINCTION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Plane vs Concave vs Convex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Plane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Image always virtual, erect, same size.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en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Concave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Image real or virtual, depending on object position; can magnify.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len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Convex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Image always virtual, erect, diminished; wide view.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Quick test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Look in it: concave can magnify, convex always makes things smaller.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WRAP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Quick Recap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058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Spherical mirrors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concave converges, convex diverges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Terms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pole, centre of curvature, focus, focal length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f = R/2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focus is halfway to the centre of curvature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Ray rules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parallel→F, through F→parallel, through C→back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Images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concave varies with position; convex always virtual/diminished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Uses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concave: shaving, headlights; convex: rear-view, security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Final Check — Spherical Mirrors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5 questions  •  think before the answer reveals on the next slide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Rear-View Choice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convex mirror is used as a vehicle's rear-view mirror mainly because it: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Magnifies the traffic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Gives an erect image and a wide field of view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Shows a real image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Reverses the image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Rear-View Choice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convex mirror is used as a vehicle's rear-view mirror mainly because it: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Magnifies the traffic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Gives an erect image and a wide field of view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Shows a real image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Reverses the image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 convex mirror always forms a small, erect (right-way-up) image and covers a wide area behind, letting the driver see much more traffic at a glance.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Shaving Mirror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To see an enlarged, erect image of your face, you should use a concave mirror with your face: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Beyond 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At 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Between the focus and the mirror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At the focus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Shaving Mirror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To see an enlarged, erect image of your face, you should use a concave mirror with your face: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Beyond 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At 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Between the focus and the mirror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At the focus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When the object (face) is closer than the focus of a concave mirror, the image is virtual, erect and magnified — exactly what a shaving or make-up mirror needs.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Headlight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car headlight places its bulb at the focus of a concave reflector so that the reflected light: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Spreads out widely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Comes out as a strong parallel beam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Forms an image of the bulb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Is dimmed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Headlight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car headlight places its bulb at the focus of a concave reflector so that the reflected light: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Spreads out widely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Comes out as a strong parallel beam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Forms an image of the bulb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Is dimmed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Rays from a source at the focus of a concave mirror reflect parallel to the axis, producing the powerful straight beam a headlight needs.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Object at 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An object placed at the centre of curvature of a concave mirror forms an image that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Virtual and magnified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Real, inverted and the same size, at 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Diminished and erect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At infinity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Object at 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An object placed at the centre of curvature of a concave mirror forms an image that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Virtual and magnified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Real, inverted and the same size, at 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Diminished and erect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At infinity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With the object at C, the concave mirror forms a real, inverted image of the same size, also located at C.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Identify the Mirror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Looking into a mirror, you always see a small, upright image of yourself, however far away you stand. The mirror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Plane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Concave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Convex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Cannot be decided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Identify the Mirror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Looking into a mirror, you always see a small, upright image of yourself, however far away you stand. The mirror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Plane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Concave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Convex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Cannot be decided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Only a convex mirror gives an image that is always erect AND diminished for every object distance. A plane mirror keeps the same size; a concave one can magnify or invert.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Curved Mirrors, Curved Light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Concave mirrors gather light to a focus; convex mirrors spread the view — geometry doing useful work.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