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Concave = caves in, converges; convex = bulges out, diverges. Anchor each with a real mirror.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each term against a diagram. These feed straight into the ray diagrams and f = R/2.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out the terms: principal axis (P–C line), aperture (mirror width), and that the normal at any point passes through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 = R/2 is a key relation. Concave focus is real; convex focus is virtual (behind the mirror).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standard rays for mirror ray diagrams. Two rays fix the image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distant object images at F, so the screen distance is f. Then R = 2f. A neat way to find R experimentally.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Concave mirror images change with object position — real &amp; inverted for far objects, virtual &amp; magnified when close (within 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set of concave-mirror cases. Note the cross-over: within F the image becomes virtual, erect and magnified.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Convex mirror: always virtual, erect, diminished, with a wide view — why it is used for rear-view and security mirrors.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mirror to use: concave magnifies/focuses; convex gives a wide view. The dentist's mirror and solar concentrator are also concave.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 of the three mirror types — a common summary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f = R/2 and the concave image cases are the key exam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Spherical Mirrors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Concave &amp; convex mirrors  •  Focus &amp; focal length  •  Ray diagrams  •  Uses</a:t>
            </a:r>
          </a:p>
        </p:txBody>
      </p:sp>
      <p:pic>
        <p:nvPicPr>
          <p:cNvPr id="7" name="Picture 6" descr="g9_spherical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concave and convex spherical mirrors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terms used for spherical mirrors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focal length to radius of curvature (f = R/2)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convenient rays to construct ray diagrams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images formed by concave and convex mirrors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uses of concave and convex mirrors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Spherical Mirrors &amp; Their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Curved reflecting surfaces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TWO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Concave and Convex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rr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Spherical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mirror that is part of a hollow sphere.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Reflecting surface curves inward; it converges light (a converging mirror).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Reflecting surface bulges outward; it diverges light (a diverging mirror).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Shaving and make-up mirrors are concave; vehicle rear-view mirrors are convex.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for a Spherical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Pole, centre, focus, focal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Pole (P)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centre of the mirror's reflecting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Centre of curvature (C)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centre of the sphere the mirror is part of.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Radius of curvature (R)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radius of that sphere (distance PC).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Principal focus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where rays parallel to the axis meet (or appear to).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Focal length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distance from the pole to the focus, PF.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MORE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Principal Axis, Aperture &amp; the 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Principal axis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straight line through the pole P and the centre of curvature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Aperture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width of the mirror — the part that actually reflects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Normal at a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line joining that point to the centre of curvature 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Small aperture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assume a small aperture so the rays focus sharply at a single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 = R/2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Focus and Focal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For a spherical mirror, the principal focus lies exactly halfway between the pole and the centre of curvature.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focal length  f  =  R 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Rays parallel to the principal axis converge at F (concave) or appear to come from F (convex).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focal length is half the radius of curvature.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more sharply curved mirror has a shorter focal length.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RAY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Convenient Rays for Ray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parallel to the axis reflects through the focus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Focal 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through F reflects back parallel to the axis.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Central-of-curvature 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through C hits the mirror normally and returns along itself.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are enough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Any two of these locate the image; the third is a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Focal Length and Radius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concave mirror forms a sharp image of a distant tree on a screen 15 cm from the mirror. Find its radius of curvature.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A distant object focuses at the principal focus, so f = 15 cm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R / 2   →   R = 2 f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 = 2 × 15 = 30 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Radius of curvature R = 30 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Converges?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spherical mirror converges a parallel beam of light to a real focus?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Neither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Converges?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spherical mirror converges a parallel beam of light to a real focus?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Convex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Concave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Neither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concave mirror curves inward and brings parallel rays together at a real focus in front of it — a converging mirror. A convex mirror spreads them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Focal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has a radius of curvature of 40 cm. Its focal 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cm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Focal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has a radius of curvature of 40 cm. Its focal 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80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 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 = R/2 = 40/2 = 20 cm. The focus lies halfway between the pole and the centre of curvature.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Centre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passing through the centre of curvature of a concave mirror, after reflection: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Passes through the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Returns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Goes parallel to the axis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not reflected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Centre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passing through the centre of curvature of a concave mirror, after reflection: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Passes through the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Returns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Goes parallel to the axis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not reflected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ray through C strikes the mirror along the normal (i = 0°), so it reflects straight back on itself.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Convex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principal focus of a convex mirror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 front of the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behind the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pole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infinity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Convex Focus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principal focus of a convex mirror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Real, in front of the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behind the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pole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convex mirror diverges parallel rays; they only appear to come from a point behind the mirror, so its focus is virtual.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Same-Size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placed at the centre of curvature of a concave mirror gives an image that is the same size as the object. The image is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focus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pole 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centre of curvature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Infinity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Same-Size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placed at the centre of curvature of a concave mirror gives an image that is the same size as the object. The image is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focus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pole 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centre of curvature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at C, the rays return to C, forming a real, inverted image of the same size right at the centre of curvature.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Images and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curved mirrors do, and where we use them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CONCAVE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in a Concave Mirror</a:t>
            </a:r>
          </a:p>
        </p:txBody>
      </p:sp>
      <p:pic>
        <p:nvPicPr>
          <p:cNvPr id="6" name="Picture 5" descr="g9rf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Object beyond C → real, inverted, diminished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Depends on object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depends on where the object is placed.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Object beyond C: real, inverted and diminished.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Object between F and C: real, inverted and magnified.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Object between F and the pole: virtual, erect and magnified.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CONCAVE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Concave Mirror: All Object Positions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 infinity / beyond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at F or between F and C — real, inverted, diminished (used in a reflecting telescope).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at C — real, inverted, the same size as the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Between C and 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beyond C — real, inverted, magnified (a projector).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At F / within 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F the image is at infinity; within F it is virtual, erect and magnified (a shaving mirror).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CONVEX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in a Convex Mirror</a:t>
            </a:r>
          </a:p>
        </p:txBody>
      </p:sp>
      <p:pic>
        <p:nvPicPr>
          <p:cNvPr id="6" name="Picture 5" descr="g9rf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240280"/>
            <a:ext cx="53035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40410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wide field of view in a small mirror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Always virtual, erect, diminished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convex mirror always forms the same kind of image.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virtual, erect and diminished.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lies behind the mirror, between the pole and 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Because the image is small, a convex mirror gives a wide field of 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Curved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n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— shaving/make-up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Held close, it gives a magnified, erect image of the 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n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— reflectors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torches, headlights and search-lights to throw a parallel beam.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— rear-view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vehicles for a wide field of view behind.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—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shops and at blind corners to watch a large area.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Plane vs Concave vs Convex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always virtual, erect, same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real or virtual, depending on object position; can magnify.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Image always virtual, erect, diminished; wide 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Quick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Look in it: concave can magnify, convex always makes things smaller.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Spherical mirrors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concave converges, convex diverges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pole, centre of curvature, focus, focal length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 = R/2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focus is halfway to the centre of curvature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rules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parallel→F, through F→parallel, through C→back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Images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concave varies with position; convex always virtual/diminished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concave: shaving, headlights; convex: rear-view, security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Spherical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Rear-View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used as a vehicle's rear-view mirror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Magnifies the traffic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Gives an erect image and a wide field of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Shows a real 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Reverses the image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Rear-View Choice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used as a vehicle's rear-view mirror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Magnifies the traffic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Gives an erect image and a wide field of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Shows a real 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Reverses the 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convex mirror always forms a small, erect (right-way-up) image and covers a wide area behind, letting the driver see much more traffic at a glance.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Shaving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see an enlarged, erect image of your face, you should use a concave mirror with your face: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Beyond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Between the focus and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focus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Shaving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see an enlarged, erect image of your face, you should use a concave mirror with your face: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Beyond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Between the focus and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focus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the object (face) is closer than the focus of a concave mirror, the image is virtual, erect and magnified — exactly what a shaving or make-up mirror needs.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Headlight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car headlight places its bulb at the focus of a concave reflector so that the reflected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Spreads out widely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Comes out as a strong parallel beam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Forms an image of the bulb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dimmed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Headlight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car headlight places its bulb at the focus of a concave reflector so that the reflected 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Spreads out widely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Comes out as a strong parallel beam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Forms an image of the bulb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dimmed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Rays from a source at the focus of a concave mirror reflect parallel to the axis, producing the powerful straight beam a headlight needs.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Object at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placed at the centre of curvature of a concave mirror forms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the same size, at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Diminished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infinity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Object at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placed at the centre of curvature of a concave mirror forms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magnified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Real, inverted and the same size, at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Diminished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at C, the concave mirror forms a real, inverted image of the same size, also located at 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Identify the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Looking into a mirror, you always see a small, upright image of yourself, however far away you stand. The mirror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Cannot be decided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Identify the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Looking into a mirror, you always see a small, upright image of yourself, however far away you stand. The mirror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Concave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Cannot be decided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a convex mirror gives an image that is always erect AND diminished for every object distance. A plane mirror keeps the same size; a concave one can magnify or invert.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Curved Mirrors, Curved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Concave mirrors gather light to a focus; convex mirrors spread the view — geometry doing useful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