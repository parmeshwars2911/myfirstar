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density = mass/volume. Water's value (1 g/cm³) is the reference everything is compared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substitution. 2.7 g/cm³ identifies aluminium — link density to identifying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Relative density is a unitless ratio against water. &gt;1 sinks, &lt;1 floats — a quick float/sink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R.D. of a solid comes straight from Archimedes: weight in air over the loss of weight in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R.D. = weight in air / loss in water. The answer is a pure number, three times as dense as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liquid's R.D., compare the upthrust (loss of weight) it gives with that of water on the same solid.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floatation principle: a floating body displaces its own weight of fluid. Denser fluid → floats higher.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balanced forces: weight down, upthrust up. The body settles at the depth where they are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Submerged fraction = density ratio. This explains the iceberg and lets students predict how high a body floats.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submerged fraction = density ratio. 60% under, 40% above — a quick check on floatation.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solid lighter than water, a sinker keeps it submerged; the extra loss of weight gives the upthrust on the solid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application uses floatation. The submarine's ballast tanks and the hydrometer are commonly 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floatation principle and the R.D. formulae are the key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FLUIDS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Density &amp; Floatation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Density  •  Relative density  •  Measuring R.D.  •  The principle of floatation</a:t>
            </a:r>
          </a:p>
        </p:txBody>
      </p:sp>
      <p:pic>
        <p:nvPicPr>
          <p:cNvPr id="7" name="Picture 6" descr="g9_density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density and its units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relative density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Determine the relative density of a solid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Determine the relative density of a liquid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principle of floatation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everyday applications of floatation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Density &amp; Relative Density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heavy a material is for its size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DENSITY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Density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Density is the mass of a substance per unit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Density  =  mass / volume        (unit: kg/m³ or g/cm³)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Water has a density of 1000 kg/m³ (1 g/cm³).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denser material packs more mass into the same volume.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Density decides whether a material sinks or floats in a fluid.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Calculating Density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metal block has a mass of 270 g and a volume of 100 cm³. Find its density.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Density = mass / volume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Density = 270 / 100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Density = 2.7 g/cm³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Density = 2.7 g/cm³ (this is aluminium)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RELATIVE DENSITY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Relative Density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Relative density (R.D.) compares the density of a substance with the density of water.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R.D.  =  density of substance / density of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 pure ratio, so it has no unit.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R.D. = mass of substance / mass of an equal volume of water.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R.D. greater than 1 sinks in water; less than 1 floats.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R.D. OF A SOLID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R.D. of a Solid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Using the apparent loss of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Weigh the solid in air (W₁).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Weigh it again fully immersed in water (W₂).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loss in weight (W₁ − W₂) equals the weight of water displaced.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R.D. = weight in air / loss of weight in water = W₁ / (W₁ − W₂).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Relative Density of a Solid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piece of metal weighs 60 gf in air and 40 gf when fully immersed in water. Find its relative density.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Loss of weight in water = 60 − 40 = 20 gf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R.D. = weight in air / loss of weight in water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R.D. = 60 / 20 =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Relative density = 3 (no unit)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R.D. OF A LIQUID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R.D. of a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Comparing losses of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Take a solid that sinks in both the liquid and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Find its loss of weight in the liquid and its loss of weight in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R.D. of liquid = loss of weight in liquid / loss of weight in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Because the same solid displaces the same volume in each.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Will It Float?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material has a relative density of 0.8. Placed in water,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Sink to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Float with part above the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Dissolve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fully submerged in the middle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Will It Float?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material has a relative density of 0.8. Placed in water,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Sink to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Float with part above the surface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Dissolve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fully submerged in the middle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R.D. less than 1 means the material is less dense than water, so it floats — sinking just enough to displace its own weight, with the rest above the surface.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R.D.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solid weighs 50 N in air and 40 N in water. Its relative density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R.D.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solid weighs 50 N in air and 40 N in water. Its relative density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R.D. = weight in air / loss of weight = 50 / (50 − 40) = 50/10 = 5. The solid is five times as dense as water.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Relative density has no unit because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very small number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ratio of two densities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Measured in kg/m³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equal to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No Units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Relative density has no unit because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very small number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ratio of two densities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Measured in kg/m³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Always equal to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R.D. compares a substance's density with water's density. Dividing one density by another cancels the units, leaving a pure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Densest Sinks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liquids that do not mix settle in layers in a jar. The liquid at the very bottom has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Lowest density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Highest density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Least 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Largest volume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Densest Sinks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liquids that do not mix settle in layers in a jar. The liquid at the very bottom has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Lowest density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Highest density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Least 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Largest volume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densest liquid sinks below the others, so the bottom layer is always the one with the greatest density.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Principle of Floatation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When and how things float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FLOATATION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Principle of Floatation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floating body displaces a weight of fluid exactly equal to its own weight.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Weight of body  =  weight of fluid displaced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body floats when it can displace its own weight of fluid before being fully submerged.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floats higher in a denser fluid (less of it submerged).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a special case of Archimedes' principle for a floating body.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Balanced Forces on a Floating Body</a:t>
            </a:r>
          </a:p>
        </p:txBody>
      </p:sp>
      <p:pic>
        <p:nvPicPr>
          <p:cNvPr id="6" name="Picture 5" descr="g9up_floa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2057400"/>
            <a:ext cx="51206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58698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Equilibrium of a floating body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Weight = Upthrust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floating body is in equilibrium: two forces balance.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Its weight acts downward through its centre of gravity.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upthrust acts upward and equals the weight.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sinks only until the displaced fluid weighs as much as the body.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HOW MUCH SUBMERGED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Fraction of a Floating Body Submerged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fraction of a floating body that lies below the surface equals the ratio of its density to the fluid's density.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submerged fraction  =  ρ(body) / ρ(fluid)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Ice (ρ ≈ 0.9) in water floats with about 0.9 of it submerged.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body of density 0.6 g/cm³ floats with 60% under water.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follows directly from weight = weight of displaced fluid.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Fraction of Wood Submerged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block of wood of density 0.6 g/cm³ floats in water (1.0 g/cm³). What fraction of its volume is under water?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submerged fraction = ρ(wood) / ρ(water)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= 0.6 / 1.0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= 0.6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0.6 (60%) of the block is below the surface; 40% shows above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LIGHT SOLID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R.D. of a Solid Lighter Than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The sinker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problem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solid that floats cannot simply be weighed fully immersed — it will not stay under.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 a sinker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Attach a heavy sinker so the solid is dragged fully under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Weigh in stages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Find the loss of weight with only the sinker immersed, then with both immersed.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Get the R.D.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extra loss of weight is the upthrust on the solid alone, giving its R.D.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Applications of Floatation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steel ship is hollow, so it displaces a huge weight of water and floats.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Submarines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Fill tanks with water to dive (sink), empty them with air to surface.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Hydrometer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floating instrument that measures the density of a liquid by how deep it sinks.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Hot-air balloons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Float in air because the hot air inside is less dense than the cool air outside.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Density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mass / volume; water is 1 g/cm³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Relative density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density ÷ density of water; no unit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R.D. of solid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weight in air / loss of weight in water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R.D. of liquid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loss in liquid / loss in water (same solid)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Floatation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floating body displaces its own weight of fluid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Applications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ships, submarines, hydrometer, balloons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Density &amp; Floatation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Floating Weight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boat of weight 5000 N floats on a lake. The weight of water it displaces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5000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5000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than 5000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Floating Weight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boat of weight 5000 N floats on a lake. The weight of water it displaces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than 5000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Exactly 5000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than 5000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the principle of floatation a floating body displaces a weight of fluid equal to its own weight — so the boat displaces exactly 5000 N of water.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Sea vs River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ship floats slightly higher in the sea than in a river because sea water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Denser, so less of the ship needs to be submerged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Saltier but lighter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Sea vs River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ship floats slightly higher in the sea than in a river because sea water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Denser, so less of the ship needs to be submerged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Saltier but lighter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Sea water is denser than river water, so a smaller submerged volume displaces the ship's weight. The ship therefore rides a little higher in the sea.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Submarine Dives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submarine dives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Becoming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Letting water into its ballast tanks to increase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Pumping in 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Speeding up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Submarine Dives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submarine dives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Becoming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Letting water into its ballast tanks to increase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Pumping in 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Speeding 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Flooding the tanks increases the submarine's weight beyond the upthrust, so it sinks. To surface, compressed air pushes the water out, making it lighter again.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Hydrometer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hydrometer floats deeper in liquid A than in liquid B. This shows that liquid 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Denser than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dense than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as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a liquid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Hydrometer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hydrometer floats deeper in liquid A than in liquid B. This shows that liquid 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Denser than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Less dense than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as 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a liquid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hydrometer sinks further in a less dense liquid (which gives less upthrust per unit volume). Sinking deeper in A means A is the lower-density liquid.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Iceberg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About nine-tenths of an iceberg lies below the water surface because the density of ice (0.9 g/cm³)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Much less than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Just below that of water, so most of it must submerge to displace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than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water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Iceberg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About nine-tenths of an iceberg lies below the water surface because the density of ice (0.9 g/cm³)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Much less than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Just below that of water, so most of it must submerge to displace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than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Equal to water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Ice is only slightly less dense than water (0.9 vs 1.0), so it must sink until about 90% is underwater to displace a weight of water equal to its own — leaving just a tenth showing.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Float, Sink, or Sail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Density and the principle of floatation decide whether something bobs like a cork or sinks like a stone.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