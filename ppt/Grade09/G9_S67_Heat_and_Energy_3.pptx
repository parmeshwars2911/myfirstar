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 turns turbines to make electricity — clean but dependent on the wind.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Hydro uses falling/tidal water. Renewable and powerful, but dams have environmental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Nuclear fission releases vast energy from little fuel, but radioactive waste is the major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Distinguish fission (splitting, used now) from fusion (joining, powers the Sun, future clean energy).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Energy degradation: total energy is conserved but its quality falls to useless heat. Motivates conservation.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the conventional vs non-conventional terms, which the syllabus uses alongside renewable/non-renewable.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greenhouse effect: gases trap re-radiated heat. Natural and necessary, but enhanced by our emissions.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 CO2 from fossil fuels enhances warming, melting ice and disrupting the climate.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Solutions centre on cutting CO2: renewables, efficiency, afforestation and reducing waste.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the greenhouse effect and ways to cut warming are the key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9 •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Energy &amp; the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Wind, water &amp; nuclear energy  •  Energy degradation  •  Greenhouse effect  •  Global warming</a:t>
            </a:r>
          </a:p>
        </p:txBody>
      </p:sp>
      <p:pic>
        <p:nvPicPr>
          <p:cNvPr id="7" name="Picture 6" descr="g9_climat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how wind and water energy generate electricity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Outline how nuclear energy is produced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energy degradation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the greenhouse effect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causes and effects of global warming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Suggest ways to reduce global warming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Wind, Water &amp; Nuclear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Three more ways to generate power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Wind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ea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Moving air turns the blades of a wind turbine, which drives a generator.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Wind farms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Many turbines together form a wind farm.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Clean &amp; renewable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burns no fuel and produces no pollution.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Limitation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works only where winds are strong and steady.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Water (Hydro)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ol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Hydroelectricity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Water stored behind a dam falls and spins turbines to make electricity.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l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Tidal energy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rise and fall of tides drives generators.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Renewable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water cycle constantly replenishes the supply.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Big projects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Dams are costly to build and affect local environments.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NUCLEAR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Nuclear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Energy from the atom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Nuclear fission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Splitting heavy atoms (like uranium) releases an enormous amount of energy.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In a reactor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heat boils water to steam, which spins turbines to generate electricity.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Very concentrated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tiny amount of fuel yields a huge amount of energy.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The drawback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It produces dangerous radioactive waste that must be stored safely.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FUSION VS FISSION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Two Kinds of Nuclear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Splitting vs joining nuclei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Fission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heavy nucleus (uranium) splits into lighter ones, releasing energy — used in today's reactors.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Fusion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Light nuclei (hydrogen) join to form a heavier one, releasing even more energy — this powers the Sun.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Fuel and waste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Fission needs rare uranium and leaves radioactive waste; fusion's fuel (hydrogen) is abundant and cleaner.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The challenge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Controlled fusion needs enormous temperatures and is still being developed on Earth.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DEGRADATION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Energy Degradation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Each time energy is used or changed, some of it turns into low-grade heat that spreads out and cannot be usefully recovered.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Energy is conserved in total, but its usefulness falls.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High-grade energy (electricity, fuel) degrades to low-grade heat.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is why we must keep finding fresh energy sources.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CONVENTIONAL VS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Conventional and Non-Conventional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Conventional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Long-used sources: coal, petroleum, natural gas and hydroelectricity.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Non-conventional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Newer, renewable sources: solar, wind, tidal, geothermal and biogas.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the shift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Conventional fossil fuels are finite and polluting; non-conventional ones are cleaner.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Best mix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reliable supply combines several sources to suit the location.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Turbine Power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Wind, hydro and most other power stations make electricity by ultimately: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Burning the wind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Turning a generator with a spinning turbine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Using solar cells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Splitting water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Turbine Power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Wind, hydro and most other power stations make electricity by ultimately: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Burning the wind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Turning a generator with a spinning turbine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Using solar cells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Splitting water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Whether driven by wind, falling water or steam, the common step is a turbine spinning a generator — turning motion into electricity by electromagnetic induction.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Tiny Fuel, Huge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very small mass of fuel releasing an enormous amount of energy is characteristic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Wind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Nuclear energy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Solar heating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Burning wood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Tiny Fuel, Huge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very small mass of fuel releasing an enormous amount of energy is characteristic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Wind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Nuclear energy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Solar heating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Burning wood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Nuclear fission releases millions of times more energy per kilogram than burning fuel, so a tiny amount of uranium yields a huge amount of energy.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Nuclear Drawback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main disadvantage of nuclear power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uses too much fuel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produces dangerous radioactive waste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needs strong winds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only works at night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Nuclear Drawback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main disadvantage of nuclear power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uses too much fuel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It produces dangerous radioactive waste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needs strong winds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only works at night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Nuclear reactors leave behind radioactive waste that stays hazardous for a very long time and must be stored with great care — its biggest drawback.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Degraded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energy 'degrades', it changes into: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High-grade electricity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Low-grade heat that cannot be fully reused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New fuel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Pure light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Degraded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energy 'degrades', it changes into: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High-grade electricity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Low-grade heat that cannot be fully reused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New fuel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Pure 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Degradation turns useful, concentrated energy into spread-out low-grade heat. The energy still exists but can no longer do much useful work.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Hydro vs Nuclear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pair correctly matches the source to its description?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Hydro — splits atoms; Nuclear — uses falling 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Hydro — uses falling water; Nuclear — splits atoms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Both split atoms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Both burn coal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Hydro vs Nuclear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pair correctly matches the source to its description?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Hydro — splits atoms; Nuclear — uses falling 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Hydro — uses falling water; Nuclear — splits atoms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Both split atoms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Both burn coal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Hydroelectricity uses falling water to spin turbines, while nuclear power releases energy by splitting (fissioning) heavy atoms such as uranium.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Greenhouse Effect &amp; Global Warming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our energy use is changing the climate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GREENHOUSE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Greenhouse Effect</a:t>
            </a:r>
          </a:p>
        </p:txBody>
      </p:sp>
      <p:pic>
        <p:nvPicPr>
          <p:cNvPr id="6" name="Picture 5" descr="g9he_green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2057400"/>
            <a:ext cx="475488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3855" y="5586983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Greenhouse gases trap outgoing heat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Heat trapped by gases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Sunlight passes through the atmosphere and warms the Earth's surface.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warm Earth radiates heat (infrared) back outward.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Greenhouse gases like carbon dioxide trap some of this heat in the atmosphere.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natural warming keeps Earth habitable — but too much of it is harmful.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GLOBAL WARMING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Global Warming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An enhanced greenhouse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The cause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Burning fossil fuels adds extra carbon dioxide, strengthening the greenhouse effect.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Rising temperatures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Average global temperatures are slowly rising.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Melting ice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Glaciers and polar ice melt, raising sea levels.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Climate change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More extreme weather — floods, droughts and storms.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Ways to Reduce Global Warming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rge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Use renewables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Switch from fossil fuels to solar, wind and hydro.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l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Save energy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Use less electricity and fuel, and choose efficient appliances.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Plant trees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Trees absorb carbon dioxide from the air.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arge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Less, reuse, recycle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Cut waste and pollution from manufacturing and transport.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Wind &amp; water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spin turbines to generate clean electricity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Nuclear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fission gives huge energy but radioactive waste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Degradation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useful energy turns to low-grade heat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Greenhouse effect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gases trap re-radiated heat; natural but enhanced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Global warming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extra CO2 → rising temperatures, melting ice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Solutions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renewables, efficiency, trees, reduce waste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Climate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Main Greenhouse Gas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greenhouse gas most increased by burning fossil fuels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Oxygen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Nitrogen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Carbon dioxide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Hydrogen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Main Greenhouse Gas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greenhouse gas most increased by burning fossil fuels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Oxygen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Nitrogen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Carbon dioxide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Hydrogen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Burning coal, oil and gas releases large amounts of carbon dioxide, the chief greenhouse gas responsible for the enhanced warming of the planet.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How It Warms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Greenhouse gases warm the Earth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Blocking sunlight from entering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Letting sunlight in but trapping the heat radiated back 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Cooling the surface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Producing their own light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How It Warms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Greenhouse gases warm the Earth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Blocking sunlight from entering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Letting sunlight in but trapping the heat radiated back 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Cooling the surface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Producing their own 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Sunlight passes through the atmosphere and warms the ground. The Earth re-radiates infrared heat, which greenhouse gases absorb and trap — warming the planet.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Rising Seas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major consequence of global warming is rising sea levels, caused mainly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More rainfall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Melting glaciers and polar ice plus expanding warmer 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evaporation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Stronger winds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Rising Seas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major consequence of global warming is rising sea levels, caused mainly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More rainfall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Melting glaciers and polar ice plus expanding warmer 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Less evaporation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Stronger winds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Warming melts land ice into the oceans, and warmer water expands slightly — together raising sea levels and threatening low-lying coasts.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Best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action would most directly reduce global warming?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Running more coal plants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Replacing fossil-fuel power with solar and wind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Cutting down forests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Using more petrol cars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Best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action would most directly reduce global warming?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Running more coal plants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Replacing fossil-fuel power with solar and wind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Cutting down forests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Using more petrol cars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Solar and wind generate electricity without releasing carbon dioxide, so switching to them directly cuts the emissions driving global warming.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Trees Help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Planting trees helps fight global warming because trees: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Release carbon dioxide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Absorb carbon dioxide from the air during photosynthesis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 all sunlight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Produce methane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Trees Help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Planting trees helps fight global warming because trees: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Release carbon dioxide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Absorb carbon dioxide from the air during photosynthesis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Reflect all sunlight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Produce methane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Growing trees take in carbon dioxide and lock the carbon into wood, lowering the amount of this greenhouse gas in the atmosphere.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Energy and Our Planet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The way we make and use energy shapes the climate — choosing clean sources protects the Earth for the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