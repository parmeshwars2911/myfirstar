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that ALL sound comes from vibration. The tuning-fork-in-water splash is a great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bell-jar experiment proves a medium is needed. Order of speed: solids &gt; liquids &gt; gases.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Sound is a longitudinal pressure wave. Stress that the particles oscillate in place; the disturbance travels.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each term. T = 1/f is essential. Amplitude → loudness, frequency →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and rough values. Closely packed particles pass on the vibration quickly, so solids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= fλ is the central equation. In one medium v is constant, so f and λ trade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Rearrange v = fλ for λ. A 170 Hz note has a 2 m wavelength in 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equation, different unknown. Reinforces that v = fλ works for any 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amplitude (loudness) and frequency (pitch) separate — a frequent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v = fλ and T = 1/f are the must-know relations.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How Sound Travels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Production by vibration  •  Sound needs a medium  •  Wave terms  •  v = f λ</a:t>
            </a:r>
          </a:p>
        </p:txBody>
      </p:sp>
      <p:pic>
        <p:nvPicPr>
          <p:cNvPr id="7" name="Picture 6" descr="g9_soundwav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sound is produced by vibrations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Show that sound needs a material medium to travel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sound propagates through a medium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the terms of wave motion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relation v = f 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wavelength, frequency and amplitude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Producing &amp; Propagating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makes sound, and what carries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Is Produced by Vibrations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No vibration, no sound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Vibrating sources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ringing bell, a plucked string and our vocal cords all vibrate to make sound.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Feel it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Touch a sounding tuning fork or speaker and you feel the vibration.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Stops when still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Damp the vibration and the sound stops at once.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Energy transfer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vibrating source passes energy to the surrounding medium.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NEEDS A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Needs a Material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Sound cannot travel through a vacuum — it needs particles of a medium to pass the vibration along.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bell ringing in a jar grows silent as the air is pumped out.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 travels through solids, liquids and gases.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fastest in solids and slowest in gases.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Light, by contrast, can cross a vacuum.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PROPAGATION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Sound Travels in a Medium</a:t>
            </a:r>
          </a:p>
        </p:txBody>
      </p:sp>
      <p:pic>
        <p:nvPicPr>
          <p:cNvPr id="6" name="Picture 5" descr="g9sw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331720"/>
            <a:ext cx="54864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312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longitudinal wave of 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Compressions &amp; rarefactions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vibrating source pushes the nearby particles together, making a compression.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As it moves back it leaves them spread out, making a rarefaction.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Compressions and rarefactions move outward — a longitudinal wave.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particles only vibrate to and fro; they do not travel with the wave.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WAVE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Terms of Wave Motion</a:t>
            </a:r>
          </a:p>
        </p:txBody>
      </p:sp>
      <p:pic>
        <p:nvPicPr>
          <p:cNvPr id="6" name="Picture 5" descr="g9sw_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Wavelength, amplitude, crest and trough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λ, f, T and amplitude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Wavelength (λ): the distance for one complete wave (compression + rarefaction).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Frequency (f): the number of waves per second, in hertz (Hz).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Time period (T): the time for one wave; T = 1/f.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Amplitude: the maximum displacement, which sets the loudness.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SPEED IN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Travels Fastest in Solids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Closer particles → faster sound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Solids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Particles are tightly packed, so a vibration passes on almost at once — fastest (e.g. ~5000 m/s in steel).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Liquids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Particles are close but freer, so sound is slower (~1500 m/s in water).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Gases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Particles are far apart, so sound is slowest (~340 m/s in air).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rule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closer the particles, the faster sound travels: solids &gt; liquids &gt; gases.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Bell in a Jar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air is pumped out of a jar containing a ringing electric bell, the sound: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Gets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Fades away to nothing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pitch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Bell in a Jar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air is pumped out of a jar containing a ringing electric bell, the sound: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Gets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Fades away to nothing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Changes pitch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the same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Removing the air takes away the medium that carries the sound. With fewer and fewer particles to pass on the vibration, the sound fades — proving sound needs a material medium.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Particles Move?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 sound wave passes through air, the air particles: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 along with the wave to your 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Vibrate to and fro about fixed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completely still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Move only upward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Particles Move?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As a sound wave passes through air, the air particles: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Travel along with the wave to your 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Vibrate to and fro about fixed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 completely still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Move only upward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 a longitudinal wave the particles merely oscillate back and forth; it is the disturbance (compressions and rarefactions) that travels, not the particles themselves.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Time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sound wave has a frequency of 250 Hz. Its time period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250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0.004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0.04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2.5 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Time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sound wave has a frequency of 250 Hz. Its time period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250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0.004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0.04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2.5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 = 1/f = 1/250 = 0.004 s. The time period is just the reciprocal of the frequency.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Fastest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fastest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Fastest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fastest through: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vacuum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Sound is fastest in solids, where the tightly packed particles pass the vibration on quickly; slower in liquids, slowest in gases, and impossible in a vacuum.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Wave Equation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Linking speed, frequency and wavelength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V = F 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Speed, Frequency and Wavelength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speed of a wave equals its frequency multiplied by its wavelength.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v  =  f × 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v is the wave speed, f the frequency, λ the wavelength.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 given medium the speed is fixed, so a higher frequency means a shorter wavelength.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applies to all waves, including sound and light.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v = f 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sound wave of frequency 170 Hz travels through air at 340 m/s. Find its wavelength.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f × λ   →   λ = v / f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λ = 340 / 170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λ = 2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Wavelength = 2 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the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Ripples on water travel at 0.5 m/s with a wavelength of 0.1 m. Find their frequency.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f × λ   →   f = v / λ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 = 0.5 / 0.1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f = 5 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Frequency = 5 Hz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LOUDNESS &amp;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Amplitude and Frequency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Amplitude → loudness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bigger amplitude carries more energy and sounds louder.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v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Frequency →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higher frequency sounds higher in pitch.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Independent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sound can be loud and low, or soft and high.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o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Loud sounds transfer more energy to the ear.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Production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all sound comes from a vibrating source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Medium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 needs a medium; fastest in solids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Propagation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longitudinal wave of compressions &amp; rarefactions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Terms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wavelength, frequency, time period (T = 1/f), amplitude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Wave equation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 = f λ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Loudness &amp; pitch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amplitude → loudness; frequency → pitch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The Wave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Find the Wavelength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tuning fork of frequency 512 Hz sounds in air where the speed of sound is 340 m/s. Its wavelength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0.66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1.5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174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0.0015 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Find the Wavelength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tuning fork of frequency 512 Hz sounds in air where the speed of sound is 340 m/s. Its wavelength is about: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0.66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1.5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174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0.0015 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λ = v/f = 340/512 ≈ 0.66 m. A higher-frequency note has a shorter wavelength.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Higher Note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same air, a higher-pitched note compared with a lower one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Shorter wavelength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 amplitude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Longer time period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Higher Note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same air, a higher-pitched note compared with a lower one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Greater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Shorter wavelength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Larger amplitude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Longer time period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speed of sound in the air is fixed, so by v = fλ a higher frequency must have a shorter wavelength.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Same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sounds of different frequencies travel through the same air. They have the same: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Pitch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Time period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Same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sounds of different frequencies travel through the same air. They have the same: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Wavelength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Pitch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Time period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All sounds travel at the same speed in a given medium. They can differ in frequency and wavelength, but v stays the same — so their speeds are equal.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Louder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Striking a drum harder makes a louder sound because it increases the wave's: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Wavelength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Louder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Striking a drum harder makes a louder sound because it increases the wave's: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Frequency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Amplitude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Wavelength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harder hit makes the drum skin vibrate with a larger amplitude. Greater amplitude carries more energy and is heard as a louder sound; the pitch is unchanged.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Period and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wave has a time period of 0.02 s. Its frequency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0.02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 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 Hz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500 Hz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Period and Frequency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wave has a time period of 0.02 s. Its frequency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0.02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20 Hz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50 Hz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500 Hz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 = 1/T = 1/0.02 = 50 Hz. Frequency and time period are reciprocals of each other.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Sound on the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Vibrations become travelling waves of pressure — and v = f λ ties their speed, pitch and wavelength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