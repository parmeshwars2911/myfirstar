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Thrust is just the normal force on a surface; for a body resting on a surface it equals the body's weight, whatever face it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thrust (total force) from pressure (force per unit area). The loose-sand example makes area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family of pressure units. The pascal is the SI unit; bar/millibar appear on weather maps; atmosphere and torr measure air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brick figure: weight (thrust) is the same in every position, but the contact area changes, so the pressure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mirror-image ideas: reduce area to raise pressure (sharp tools); increase area to lower it (sleepers, foundations, camel feet, snow shoes).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Fluids (liquids and gases) flow, so their weight presses outward in all directions — on the base and the sides of the container alike.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leaking-can demonstration: jets from lower holes travel farther, proving pressure increases with depth below the free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 = hρg and stress the three factors (h, ρ, g). Independence from area/shape is a favourite exam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column's weight divided by its base area gives hρg; the area cancels, which is why pressure depends only on depth, density and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gauge pressure (hρg) from total pressure (P₀ + hρg). Numericals state which one is wanted.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Pressure at a point in a liquid depends on h, ρ and g only — never on the container's shape or the area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laws. Laws 2 and 3 (same on a level / same in all directions) and law 5 (own level) are the most commonly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of 4.1–4.4. P = hρg and the five laws lead into the consequences and Pascal's law in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Pressure in Fluids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Thrust &amp; pressure  •  Units  •  Pressure in a liquid (P = hρg)  •  Laws of liquid pressure</a:t>
            </a:r>
          </a:p>
        </p:txBody>
      </p:sp>
      <p:pic>
        <p:nvPicPr>
          <p:cNvPr id="7" name="Picture 6" descr="her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thrust and pressure and state their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area and thrust decide the pressure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everyday ways of increasing and decreasing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Show that a fluid exerts pressure in all directions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Derive and use the relation P = h ρ 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five laws of liquid 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Thrust and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Force on a surface, and how it is shared over the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THRUST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Thrust is the force acting normally (perpendicular) on a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Thrust exerted by a body  =  weight of the 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Thrust is a force, so it is a vector quantity.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SI unit: newton (N).  CGS unit: dyne (1 N = 10⁵ dyne).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Gravitational units: kgf and gf, where 1 kgf = 9.8 N and 1 gf = 980 dyne.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Pressure is the thrust acting on unit area of the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Pressure  P  =  Thrust / Area  =  F /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Pressure is a scalar quantity.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Same thrust on a smaller area gives a greater pressure — a foot sinks into sand but a lying body does not.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a given thrust, pressure is less on a large area and more on a small area.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UNITS OF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Units of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Named after Blaise Pascal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 unit — pascal (Pa)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 pascal = 1 newton per square metre (N m⁻²); the pressure of 1 N acting normally on 1 m².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Other SI form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kgf m⁻² when thrust is in kgf.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CGS unit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dyne cm⁻² (or gf cm⁻²);  1 N m⁻² = 10 dyne cm⁻².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Bar and millibar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 bar = 10⁵ N m⁻²,  1 millibar = 10² N m⁻².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Atmosphere &amp; torr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 atm = 0.76 m of Hg = 1.013 × 10⁵ Pa;  1 torr = 1 mm of Hg, and 1 atm = 760 torr.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Factors Affecting Pressure</a:t>
            </a:r>
          </a:p>
        </p:txBody>
      </p:sp>
      <p:pic>
        <p:nvPicPr>
          <p:cNvPr id="6" name="Picture 5" descr="fig_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4.1 — same brick, two positions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 = F /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pressure on a surface depends on two things: the thrust, and the area it acts 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Larger the area for a given thrust, smaller the pressure (brick lying flat).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Larger the thrust on a given area, greater the pressure (stacking a second brick doubles it).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same brick therefore gives different pressures in different positions.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USING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Changing Pressure by Changing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Increase pressure: sharp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Nails, pins and needles are pointed — a tiny area gives large pressure, so they pierce easily.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Increase pressure: sharp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Knives and cutting tools are given sharp edges so a small thrust makes a large pressure and cuts.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Decrease pressure: wide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Railway sleepers are broad so the rails press on the ground with less pressure.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Decrease pressure: foundations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Building foundations are made wider than the walls to lower the pressure on the soil.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Pressure in Fluids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liquids and gases press on everything they touch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FLUIDS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Fluids Exert Pressure in All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fluid contained in a vessel exerts pressure at all points and in all directions.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A substance that can flow (a liquid or a gas) is a fluid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solid presses only on the surface it rests on; a fluid presses on the base and on the walls too.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fluid exerts pressure because of its own weight.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Because it tends to flow, this pressure acts in every direction, not just downward.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Liquid Pressure Increases with Depth</a:t>
            </a:r>
          </a:p>
        </p:txBody>
      </p:sp>
      <p:pic>
        <p:nvPicPr>
          <p:cNvPr id="6" name="Picture 5" descr="fig_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2057400"/>
            <a:ext cx="45720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96735" y="5586983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4.2 — the lowest jet travels farthest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Deeper → greater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Make several small holes down the side of a water-filled vessel.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Water spurts out of every hole — the liquid presses at each point on the wall.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finger on a hole feels a thrust — the liquid exerts thrust at all points.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lower the hole, the farther the water reaches — pressure grows with depth.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Pressure of a Liquid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formula P = h ρ g and where it comes from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 = HΡG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Pressure at a Depth in a Liquid</a:t>
            </a:r>
          </a:p>
        </p:txBody>
      </p:sp>
      <p:pic>
        <p:nvPicPr>
          <p:cNvPr id="6" name="Picture 5" descr="pr_fig_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493776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3270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Fig 4.3 — column PQRS of area A at depth 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 = h ρ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pressure at depth h in a liquid of density ρ is P = h ρ 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words: pressure = depth × density × acceleration due to gravity.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pressure rises with depth and with the density of the liquid.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does NOT depend on the area of the surface or the shape of the vessel.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Deriving P = h ρ 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Find the pressure on a horizontal surface PQ of area A at a depth h below the free surface of a liquid of density 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Thrust on PQ = weight of the liquid column PQRS above it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= volume × density × g = (A × h) × ρ × 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Pressure = Thrust / Area = (A h ρ g) / A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 = h ρ 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 = h ρ g  — the area A cancels, so pressure is independent of 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TOTAL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Total Pressure at a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free surface of a liquid also carries the atmosphere's pressure, which must be added to the liquid's own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P_total  =  P₀  +  h ρ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 ρ g is the pressure due to the liquid column alone (the gauge pressure).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P₀ is the atmospheric pressure pushing down on the free surface.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Their sum is the total (absolute) pressure at that depth.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the Pressure at a Point Depends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o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Depth (h)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Directly proportional — twice the depth, twice the liquid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u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Density (ρ)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Directly proportional — a denser liquid presses harder at the same depth.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Gravity (g)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Depends on g, which is nearly constant at a place.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NOT on shape or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pressure is independent of the shape and size of the vessel and the area of the surface.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Laws of Liquid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Five rules that follow from P = h ρ 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FIVE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Laws of Liquid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All five follow from P = h ρ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1 — Increases with depth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Inside a liquid, the pressure increases with depth below the free surface.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2 — Same on a level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 a stationary liquid the pressure is the same at all points on the same horizontal plane.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3 — Same in all directions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 a point, the pressure is the same in every direction.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4 — Depends on density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 the same depth, a denser liquid exerts a greater pressure than a lighter one.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5 — Seeks its own level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liquid always settles to the same level in connected vessels, whatever their shape.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Thrust, Pressure &amp;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Thrust vs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brick is placed once on its broad face and once on its narrow end. Compared with lying flat, standing on its end gives: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pressure and the same thrust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greater pressure but the same thrust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smaller pressure but a greater thrust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greater thrust and a greater pressure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Thrust vs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brick is placed once on its broad face and once on its narrow end. Compared with lying flat, standing on its end gives: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pressure and the same thrust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greater pressure but the same thrust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smaller pressure but a greater thrust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greater thrust and a greater pressure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weight (thrust) is unchanged, but the end face has a smaller area. Since P = F/A, the smaller area gives a greater pressure.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Unit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 following equals 1 N m⁻²?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dyne cm⁻²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 dyne cm⁻²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0.1 dyne cm⁻²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 dyne cm⁻²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Unit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 following equals 1 N m⁻²?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dyne cm⁻²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10 dyne cm⁻²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0.1 dyne cm⁻²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100 dyne cm⁻²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1 N = 10⁵ dyne and 1 m² = 10⁴ cm², so 1 N m⁻² = 10⁵/10⁴ = 10 dyne cm⁻². (Equivalently 1 dyne cm⁻² = 0.1 N m⁻².)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Sharp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Cutting and piercing tools are given sharp edges or points because a small area: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Reduces the thrust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Gives a large pressure for a small thrust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the total 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Lowers the pressure at the edge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Sharp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Cutting and piercing tools are given sharp edges or points because a small area: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Reduces the thrust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Gives a large pressure for a small thrust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Increases the total 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Lowers the pressure at the edge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sharp edge concentrates the thrust on a tiny area, so P = F/A is very large even for a modest force — enough to cut or pierce.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One atmosphere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Normal atmospheric pressure of 0.76 m of mercury is equal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760 torr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bar exactly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10² N m⁻²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76 torr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One atmosphere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Normal atmospheric pressure of 0.76 m of mercury is equal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760 torr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bar exactly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10² N m⁻²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76 torr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1 torr = 1 mm of Hg, and 0.76 m of Hg = 760 mm of Hg = 760 torr (≈ 1.013 × 10⁵ Pa). This is defined as 1 atmosphere.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Wide 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foundations of a building are made wider than its walls in order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thrust on the soil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 the pressure on the soil so it does not sink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the building heavier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pressure on the soil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Wide 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foundations of a building are made wider than its walls in order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the thrust on the soil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Reduce the pressure on the soil so it does not sink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the building heavier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the pressure on the soil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wider base spreads the same weight (thrust) over a larger area, lowering the pressure so the ground can bear the building without giving way.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Liquid Pressure &amp;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 = hρg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pressure due to a liquid column depends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area of the base of the column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depth, the density and 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total volume of liquid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shape of the vessel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 = hρg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pressure due to a liquid column depends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area of the base of the column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depth, the density and 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total volume of liquid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shape of the vessel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 = h ρ g. Only depth, density and g matter; the area, volume and shape of the container do not affect the pressure at a point.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Find the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pressure due to a 4 m column of water (ρ = 1000 kg m⁻³, g = 10 m s⁻²)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4000 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40,000 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400 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× 10⁵ Pa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Find the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pressure due to a 4 m column of water (ρ = 1000 kg m⁻³, g = 10 m s⁻²)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4000 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40,000 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400 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 × 10⁵ 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 = h ρ g = 4 × 1000 × 10 = 40,000 Pa (= 4 × 10⁴ N m⁻²). Multiply depth, density and 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Same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points inside a stationary liquid lie on the same horizontal level. The pressure at them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at the point nearer the 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at the point nearer the centre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Different, depending on direction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Same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points inside a stationary liquid lie on the same horizontal level. The pressure at them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at the point nearer the 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Exactly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at the point nearer the centre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Different, depending on direction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By the laws of liquid pressure, all points on the same horizontal plane in a stationary liquid are at the same depth, so they are at the same pressure.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Total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a depth h in an open tank of liquid, the total pressure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 ρ g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P₀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P₀ + h ρ 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P₀ − h ρ 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Total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a depth h in an open tank of liquid, the total pressure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 ρ g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P₀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P₀ + h ρ 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P₀ − h ρ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atmosphere presses P₀ on the free surface and the liquid column adds h ρ g, so the total (absolute) pressure at depth h is P₀ + h ρ 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Denser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the same depth, the pressure in sea water is greater than in river water because sea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deeper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denser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Flows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colder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Denser liquid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At the same depth, the pressure in sea water is greater than in river water because sea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deeper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Is denser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Flows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colder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Pressure at a depth is h ρ g. At the same depth h, the denser sea water (larger ρ) exerts a greater pressure than the less dense river water.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 — Part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Thrust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normal force on a surface (= weight of the body); unit newton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Pressure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 = thrust / area (scalar); SI unit pascal, 1 Pa = 1 N m⁻²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Area effect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sharp points raise pressure; wide bases lower it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Fluids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press in all directions; pressure grows with depth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Liquid column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 = h ρ g; total pressure = P₀ + h ρ 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Five laws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depth, level, all directions, density, own level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From a Pinpoint to the Deep 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Pressure is simply force shared over area — and in a liquid it grows steadily with depth, exactly as P = h ρ g predicts.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