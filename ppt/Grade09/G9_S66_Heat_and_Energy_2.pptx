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an energy source and the renewable/non-renewable split, which the rest of the lesson develops.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Renewable sources are replenished naturally and won't run out. Note they are also called non-conventional.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Non-renewable (conventional) sources are finite and mostly fossil fuels — they will run out and cause pollution.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comparison. Renewables = clean but intermittent; fossil fuels = reliable but finite and dirty.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Biomass and biogas are renewable fuels from plant/animal matter — common in rural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Solar cells turn light straight into electricity. Clean but intermittent, so storage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Besides electricity, the Sun's heat is used directly for heating, cooking and drying.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conservation steps. Saving energy and shifting to renewables protect finite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renewable/non-renewable distinction is the key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Sources of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What energy sources are  •  Renewable vs non-renewable  •  Solar energy  •  Using energy wisely</a:t>
            </a:r>
          </a:p>
        </p:txBody>
      </p:sp>
      <p:pic>
        <p:nvPicPr>
          <p:cNvPr id="7" name="Picture 6" descr="g9_energy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is meant by a source of 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Classify sources as renewable or non-renewable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examples of renewable energy 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examples of non-renewable energy 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solar energy is used to make electricity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energy must be used judiciously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Sources of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Where our energy comes from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a Source of Energy?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Energy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Anything from which useful energy can be drawn for work, heat or electricity.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Sun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ultimate source of almost all energy on Earth.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Two kinds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Sources are either renewable or non-renewable.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Our growing demand for energy must be met without running out or harming the planet.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RENEWABLE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Renewable (Non-Conventional)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Solar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Energy from the Sun, captured by solar cells and heaters.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Wind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Moving air turns turbines to generate electricity.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Hydro energy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Falling or flowing water spins turbines in dams.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Biomass &amp; others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Energy from plants, biogas, tides and geothermal heat.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NON-RENEWABLE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Non-Renewable (Conventional)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fossil fuel burnt in power stations; limited and polluting.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Petroleum / oil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Fuels vehicles and industry; formed over millions of years.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Natural gas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cleaner fossil fuel, but still finite.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Nuclear fuel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Uranium releases huge energy, but produces radioactive waste.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Renewable vs Non-Renewable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Supply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Renewables are replenished; non-renewables run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Pollution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Renewables are generally clean; fossil fuels pollute.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Renewables can be intermittent (sun, wind); fossil fuels give steady power.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Future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world is shifting toward renewables for sustainability.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BIOMASS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Biomass and Biogas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Energy from living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Biomass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Energy stored in plants and animal waste, released by burning or processing.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Biogas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Rotting organic waste in a digester produces a flammable gas (mainly methane).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Renewable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Crops and waste are continually produced, so the supply renews.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Bonus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Biogas plants also turn waste into useful fuel and fertiliser.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Which Is Renewable?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a renewable source of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Petroleum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Natural gas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Which Is Renewable?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a renewable source of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Petroleum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Wind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Natural gas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Wind is replenished naturally and never runs out, so it is renewable. Coal, petroleum and natural gas are finite fossil fuels — non-renewable.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Ultimate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ultimate source of almost all the energy we use on Earth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wind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oceans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Ultimate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ultimate source of almost all the energy we use on Earth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wind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oceans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Sunlight drives the winds, the water cycle and plant growth, and even fossil fuels are stored ancient sunlight. The Sun is the ultimate energy source.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Runs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Fossil fuels are described as non-renewable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 be remade quickly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Take millions of years to form and are being used up far faster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Never run 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Cause no pollution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Runs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Fossil fuels are described as non-renewable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Can be remade quickly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Take millions of years to form and are being used up far faster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Never run 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Cause no pollution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Coal, oil and gas form over millions of years but are consumed in a tiny fraction of that time, so they cannot be replaced on a human timescale — hence non-renewable.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Cleaner Choice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reduce air pollution, a country should generate MORE of its electricity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Solar and wind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Petroleum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Diesel generators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Cleaner Choice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reduce air pollution, a country should generate MORE of its electricity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Solar and wind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Petroleum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Diesel generators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Solar and wind produce electricity without burning fuel, so they release almost no pollution — unlike coal, oil and diesel, which dirty the air.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Biogas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Biogas for cooking is produced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Burning 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decomposition of organic waste in a digester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Splitting atoms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Sunlight on solar cells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Biogas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Biogas for cooking is produced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Burning 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decomposition of organic waste in a digester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Splitting atoms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Sunlight on solar cells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Bacteria break down animal dung and plant waste in an oxygen-free digester, releasing biogas (mostly methane) that can be burnt for cooking — a renewable fuel.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Solar Energy &amp; Wise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Harnessing the Sun and saving energy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Electricity From Solar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From sunlight to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Solar cells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solar (photovoltaic) cell converts sunlight directly into electricity.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Solar panels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Many cells joined together form a panel that powers homes and satellites.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Clean and free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Once installed, the energy source (sunlight) is free and pollution-free.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catch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works only in daylight, so batteries store energy for later use.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SOLAR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Other Uses of Solar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Using the Sun's heat directly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Solar water heaters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Sunlight heats water for homes without electricity.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Solar cookers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Concentrate sunlight to cook food.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Solar furnaces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Mirrors focus the Sun to reach very high temperatures.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Drying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Crops and clothes are dried using the Sun's heat.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JUDICIOUS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Energy Wisely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Save electricity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Switch off lights and appliances when not needed; use LED bulbs.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Efficient appliances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Choose high-star-rated, energy-efficient devices.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Public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Sharing transport saves fuel per person.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Go renewable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Prefer clean sources to conserve fossil fuels for the future.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Energy source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anything we can draw useful energy from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Renewable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solar, wind, hydro, biomass — replenished, clean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Non-renewable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coal, oil, gas, nuclear — finite, polluting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Solar cells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convert sunlight directly into electricity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Solar heat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water heaters, cookers, furnaces, drying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Judicious use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save energy and prefer renewables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Energy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Solar Cell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solar (photovoltaic) cell converts: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into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Sunlight directly into electricity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Electricity into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Wind into electricity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Solar Cell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solar (photovoltaic) cell converts: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 into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Sunlight directly into electricity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Electricity into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Wind into electricity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photovoltaic cell turns the energy of sunlight straight into an electric current — no burning and no moving parts.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Best for Remote Village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sunny remote village far from the power grid could best get electricity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long power line from a 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Solar panels with batteries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coal power station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Burning more wood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Best for Remote Village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sunny remote village far from the power grid could best get electricity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long power line from a 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Solar panels with batteries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coal power station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Burning more wood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Solar panels need no fuel supply or grid connection, and batteries store power for night-time — ideal for a sunny, remote place.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Why Batteries?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Solar electricity systems include batteries because solar cells: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too powerful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generate electricity in daylight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Produce heat not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Work better at night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Why Batteries?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Solar electricity systems include batteries because solar cells: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Are too powerful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Only generate electricity in daylight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Produce heat not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Work better at night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Since solar cells need sunlight, they make no electricity at night or in poor weather. Batteries store the daytime surplus for use later.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Conserve Fuel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Switching off lights when leaving a room helps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pollution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Conserve energy and reduce the bill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Damage the bulb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more coal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Conserve Fuel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Switching off lights when leaving a room helps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 pollution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Conserve energy and reduce the bill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Damage the bulb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Use more coal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Less electricity used means less fuel burnt at the power station and a smaller bill — a simple but effective way to conserve energy.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Not a Fossil Fuel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 following is NOT a fossil fuel?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Petroleum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Natural 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Hydrogen from water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Not a Fossil Fuel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 following is NOT a fossil fuel?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Petroleum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Natural 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Hydrogen from water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Coal, petroleum and natural gas are fossil fuels formed from ancient organisms. Hydrogen split from water is not a fossil fuel — it can be a clean, renewable fuel.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Powering 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sunshine to wind, renewable sources can meet our energy needs without using up the planet.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