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an energy source and the renewable/non-renewable split, which the rest of the lesson develops.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Renewable sources are replenished naturally and won't run out. Note they are also called non-conventional.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Non-renewable (conventional) sources are finite and mostly fossil fuels — they will run out and cause pollution.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Side-by-side comparison. Renewables = clean but intermittent; fossil fuels = reliable but finite and dirty.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Sun runs on fusion; the solar constant (~1.4 kW/m²) measures the energy arriving from it. Ties the whole energy story back to the 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Additional non-conventional sources Selina lists: geothermal, tidal, wave and ocean-thermal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Biomass and biogas are renewable fuels from plant/animal matter — common in rural India.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Solar cells turn light straight into electricity. Clean but intermittent, so storage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Besides electricity, the Sun's heat is used directly for heating, cooking and drying.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Practical conservation steps. Saving energy and shifting to renewables protect finite resources.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the renewable/non-renewable distinction is the key idea.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Sources of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What energy sources are  •  Renewable vs non-renewable  •  Solar energy  •  Using energy wisely</a:t>
            </a:r>
          </a:p>
        </p:txBody>
      </p:sp>
      <p:pic>
        <p:nvPicPr>
          <p:cNvPr id="7" name="Picture 6" descr="g9_energy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what is meant by a source of energy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Classify sources as renewable or non-renewable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examples of renewable energy 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Give examples of non-renewable energy 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how solar energy is used to make electricity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energy must be used judiciously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Sources of Energy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Where our energy comes from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Is a Source of Energy?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Energy 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Anything from which useful energy can be drawn for work, heat or electricity.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un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The Sun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ultimate source of almost all energy on Earth.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Two kinds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Sources are either renewable or non-renewable.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it matters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Our growing demand for energy must be met without running out or harming the planet.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Renewable (Non-Conventional)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Solar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from the Sun, captured by solar cells and heaters.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Wind 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Moving air turns turbines to generate electricity.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Hydro energy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Falling or flowing water spins turbines in dams.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Biomass &amp; others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Energy from plants, biogas, tides and geothermal heat.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NON-RENEWABLE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Non-Renewable (Conventional) Sources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fossil fuel burnt in power stations; limited and polluting.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Petroleum / oil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Fuels vehicles and industry; formed over millions of years.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Natural gas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cleaner fossil fuel, but still finite.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Nuclear fuel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Uranium releases huge energy, but produces radioactive waste.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Renewable vs Non-Renewable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Supply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Renewables are replenished; non-renewables run out.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Pollution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Renewables are generally clean; fossil fuels pollute.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Availability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Renewables can be intermittent (sun, wind); fossil fuels give steady power.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Future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world is shifting toward renewables for sustainability.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THE SUN'S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Sun and the Solar Constant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Sun's enormous energy comes from nuclear fusion, in which hydrogen nuclei join to form helium, releasing huge energy.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Solar constant ≈ 1.4 kW per square metre above the atmosphere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solar constant is the solar energy falling per second on 1 m² held normal to the Sun's rays.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Fusion in the Sun's core is the ultimate source of almost all our energy.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Even fossil fuels are sunlight stored by ancient plants.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MORE RENEWABLES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Geothermal, Tidal and Ocean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Geothermal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Heat from hot rocks underground boils water to steam that drives turbines.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Tidal energy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rise and fall of tides turns generators in a tidal barrage.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av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Wave energy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up-and-down motion of sea waves is used to generate electricity.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hermometer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Ocean thermal (OTEC)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Uses the temperature difference between warm surface water and cold deep water.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BIOMASS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Biomass and Biogas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Energy from living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Biomass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Energy stored in plants and animal waste, released by burning or processing.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Biogas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Rotting organic waste in a digester produces a flammable gas (mainly methane).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Renewable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Crops and waste are continually produced, so the supply renews.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Bonus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Biogas plants also turn waste into useful fuel and fertiliser.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Is Renewable?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renewable source of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Petroleum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Natural 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Which Is Renewable?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is a renewable source of energy?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Petroleum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Wind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Natural gas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Wind is replenished naturally and never runs out, so it is renewable. Coal, petroleum and natural gas are finite fossil fuels — non-renewable.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Ultimate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ultimate source of almost all the energy we use on Earth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wind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oceans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Ultimate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ultimate source of almost all the energy we use on Earth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Sun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wind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oceans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Sunlight drives the winds, the water cycle and plant growth, and even fossil fuels are stored ancient sunlight. The Sun is the ultimate energy source.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Runs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Fossil fuels are described as non-renewable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Can be remade quickly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Take millions of years to form and are being used up far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Never run 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Cause no pollution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Runs Out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Fossil fuels are described as non-renewable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Can be remade quickly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Take millions of years to form and are being used up far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Never run 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Cause no pollution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Coal, oil and gas form over millions of years but are consumed in a tiny fraction of that time, so they cannot be replaced on a human timescale — hence non-renewable.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Cleaner Choice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reduce air pollution, a country should generate MORE of its electricity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Solar and wind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Petroleum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Diesel generators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Cleaner Choice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reduce air pollution, a country should generate MORE of its electricity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Solar and wind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Petroleum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Diesel generators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Solar and wind produce electricity without burning fuel, so they release almost no pollution — unlike coal, oil and diesel, which dirty the air.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Biogas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Biogas for cooking is produced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Burning 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decomposition of organic waste in a digester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Splitting atoms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Sunlight on solar cells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Biogas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Biogas for cooking is produced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Burning 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decomposition of organic waste in a digester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Splitting atoms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Sunlight on solar cells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Bacteria break down animal dung and plant waste in an oxygen-free digester, releasing biogas (mostly methane) that can be burnt for cooking — a renewable fuel.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Solar Energy &amp; Wise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Harnessing the Sun and saving energy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Electricity From Solar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From sunlight to current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cells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solar (photovoltaic) cell converts sunlight directly into electricity.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panels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Many cells joined together form a panel that powers homes and satellites.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Clean and free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Once installed, the energy source (sunlight) is free and pollution-free.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The catch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It works only in daylight, so batteries store energy for later use.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SOLAR HEAT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Other Uses of Solar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A9396"/>
                </a:solidFill>
                <a:latin typeface="Calibri"/>
              </a:rPr>
              <a:t>Using the Sun's heat directly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water heaters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Sunlight heats water for homes without electricity.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cookers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Concentrate sunlight to cook food.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furnaces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Mirrors focus the Sun to reach very high temperatures.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0A9396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Drying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Crops and clothes are dried using the Sun's heat.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JUDICIOUS 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Energy Wisely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olt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Save electricity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Switch off lights and appliances when not needed; use LED bulbs.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Efficient appliances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Choose high-star-rated, energy-efficient devices.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Public transport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Sharing transport saves fuel per person.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Go renewable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Prefer clean sources to conserve fossil fuels for the future.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Energy source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anything we can draw useful energy from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Renewable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solar, wind, hydro, biomass — replenished, clean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Non-renewable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coal, oil, gas, nuclear — finite, polluting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cells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convert sunlight directly into electricity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Solar heat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water heaters, cookers, furnaces, drying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Judicious use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save energy and prefer renewables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Energy Sources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Solar Cell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solar (photovoltaic) cell converts: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 into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Sunlight directly into electricity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Electricity into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Wind into electricity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Solar Cell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solar (photovoltaic) cell converts: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 into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Sunlight directly into electricity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Electricity into heat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Wind into electricity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photovoltaic cell turns the energy of sunlight straight into an electric current — no burning and no moving parts.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Best for Remote Village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sunny remote village far from the power grid could best get electricity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long power line from a 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Solar panels with batteries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 coal power station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Burning more wood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Best for Remote Village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sunny remote village far from the power grid could best get electricity from: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long power line from a city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Solar panels with batteries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 coal power station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Burning more wood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Solar panels need no fuel supply or grid connection, and batteries store power for night-time — ideal for a sunny, remote place.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Why Batteries?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Solar electricity systems include batteries because solar cells: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too powerful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Only generate electricity in daylight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Produce heat not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Work better at night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Why Batteries?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Solar electricity systems include batteries because solar cells: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too powerful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Only generate electricity in daylight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Produce heat not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Work better at night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Since solar cells need sunlight, they make no electricity at night or in poor weather. Batteries store the daytime surplus for use later.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Conserve Fuel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Switching off lights when leaving a room helps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 pollution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Conserve energy and reduce the bill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Damage the bulb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more coal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Conserve Fuel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Switching off lights when leaving a room helps to: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Increase pollution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Conserve energy and reduce the bill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Damage the bulb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Use more coal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Less electricity used means less fuel burnt at the power station and a smaller bill — a simple but effective way to conserve energy.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9396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Not a Fossil Fuel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 following is NOT a fossil fuel?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Petroleum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Natural 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Hydrogen from water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Not a Fossil Fuel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 following is NOT a fossil fuel?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Coal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Petroleum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Natural gas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Hydrogen from water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Coal, petroleum and natural gas are fossil fuels formed from ancient organisms. Hydrogen split from water is not a fossil fuel — it can be a clean, renewable fuel.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Powering the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From sunshine to wind, renewable sources can meet our energy needs without using up the planet.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