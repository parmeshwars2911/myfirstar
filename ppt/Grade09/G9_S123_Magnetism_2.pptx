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compass plotting method traces field lines. A bar magnet's field is non-uniform — curved, unevenly spaced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a neutral point the magnet's field and the Earth's field are equal and opposite, so they cancel to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cases (N to north vs N to south) move the neutral points from the sides to the axis — a classic ICSE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Methods of making (and destroying) magnets. The electrical method using a DC coil is the most effective.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electromagnet is a solenoid with a soft-iron core. Strength rises with current, turns and the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advantages of an electromagnet: switchable, adjustable, reversible, can be very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exploit switchable, controllable magnetism. The lifting crane and electric bell are the classic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 of magnets: avoid heat/shock; store in pairs with soft-iron keepers across unlike poles to preserve magnetism.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neutral points and the electromagnet advantages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Plotting Fields &amp; Electromagnets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Plotting a magnet's field  •  Neutral points  •  Electromagnets  •  Uses</a:t>
            </a:r>
          </a:p>
        </p:txBody>
      </p:sp>
      <p:pic>
        <p:nvPicPr>
          <p:cNvPr id="7" name="Picture 6" descr="g9_compass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Plot the non-uniform field of a strong bar magnet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 neutral point 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an electromagnet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an electromagnet with a permanent magnet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advantages of an electromagnet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uses of electromagnets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Plotting Fields &amp; Neutral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Mapping a magnet's field with a compass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PLOTTING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Plotting a Bar Magnet's Field</a:t>
            </a:r>
          </a:p>
        </p:txBody>
      </p:sp>
      <p:pic>
        <p:nvPicPr>
          <p:cNvPr id="6" name="Picture 5" descr="g9mg_ba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Curved lines: a non-uniform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Following the compass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Place a bar magnet on paper and mark its outline.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Put a plotting compass near one pole and mark the two ends of the needle.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Move the compass so its tail sits on the last dot; repeat to trace a line.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Joining the dots gives a curved field line; the field is non-uniform (it varies in strength and direction).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NEUTRAL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Neutral Points</a:t>
            </a:r>
          </a:p>
        </p:txBody>
      </p:sp>
      <p:pic>
        <p:nvPicPr>
          <p:cNvPr id="6" name="Picture 5" descr="g9mg_neu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3035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8698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magnet's field cancels the Earth's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Where the field is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neutral point is where the magnet's field exactly cancels the Earth's field.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net magnetic field there is zero.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compass placed at a neutral point can point in any direction.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Their position depends on how the magnet is laid relative to north.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Neutral Points Appear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Position depends on the magnet's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 pointing north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With the magnet's N pole toward geographic north, the neutral points lie to the east and west (on the equatorial line).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 pointing south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With the N pole toward the south, the neutral points lie on the axis, beyond the poles.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Always in pairs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Neutral points occur symmetrically, one on each side.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Field is zero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plotting compass there is not deflected in any particular direction.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MAKING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Ways to Make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Stroking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Rub a steel bar repeatedly with one pole of a magnet, always in the same direction.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Electrical 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Pass a direct current through a coil wound on the steel bar (the strongest method).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Place a magnetic material near a magnet to magnetise it temporarily.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Demagnetising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Heating, hammering or an alternating current can remove magnetism.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Neutral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a neutral point near a bar magnet, the total magnetic field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Very strong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pointing north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the Earth's field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Neutral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a neutral point near a bar magnet, the total magnetic field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Very strong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pointing north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Twice the Earth's field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neutral point is where the magnet's field and the Earth's field are equal in size but opposite in direction, so they cancel and the net field is zero.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Compass There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plotting compass placed exactly at a neutral point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Point firmly north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Point firmly south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Rest in no definite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Spin forever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Compass There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plotting compass placed exactly at a neutral point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Point firmly north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Point firmly south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Rest in no definite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Spin forever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no net field to align to, the compass needle has nothing to turn it, so it can settle pointing any way — the test for a neutral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Non-Uniform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field lines plotted around a single bar magnet are curved and unevenly spaced, showing the field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Uniform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Non-uniform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everywhere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Non-Uniform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field lines plotted around a single bar magnet are curved and unevenly spaced, showing the field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Uniform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Non-uniform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everywhere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Curved lines that crowd near the poles and spread out further away show that the field changes in both strength and direction — a non-uniform field.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Plotting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instrument used to plot the field lines of a magnet on paper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Voltmeter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Plotting compass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Thermometer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Ammeter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Plotting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instrument used to plot the field lines of a magnet on paper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Voltmeter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Plotting compass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Thermometer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Ammeter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small plotting compass shows the field's direction at each point; moving it step by step and joining the marks traces out the field lines.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Strongest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most effective way to make a strong permanent magnet from a steel bar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Stroke it once with a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 a direct current through a coil wound around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Leave it in sunlight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Hammer it repeatedly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Strongest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most effective way to make a strong permanent magnet from a steel bar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Stroke it once with a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Pass a direct current through a coil wound around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Leave it in sunlight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Hammer it repeatedly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electrical method — winding a coil round the steel and passing a direct current — magnetises it strongly and uniformly, far better than a few strokes. Hammering would actually demagnetise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Electromagnets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Magnets you can switch on and off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ELECTROMAGNET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Electromagnet</a:t>
            </a:r>
          </a:p>
        </p:txBody>
      </p:sp>
      <p:pic>
        <p:nvPicPr>
          <p:cNvPr id="6" name="Picture 5" descr="g9mg_s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coil + soft-iron core = electromagnet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switchable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current-carrying coil (solenoid) behaves like a bar magnet.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Winding the coil on a soft-iron core makes a strong electromagnet.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magnet only while the current flows.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Stronger with more current, more turns and a soft-iron 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ELECTRO VS PERMANENT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 vs Permanent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can be turned on and off; a permanent magnet is always magnetic.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Adjustable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strength changes with the current; a permanent magnet's is fixed.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Reversible poles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Reversing the current swaps its poles.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Very strong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be made far stronger than a permanent magnet.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Lifting cranes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on to lift scrap iron, off to drop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Repeatedly pulls a clapper to strike the gong.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Relays &amp; motors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large circuits and drive electric motors.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 &amp; maglev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Make sound, and lift maglev trains.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CARE OF 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Storing and Caring for Permanent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They weaken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Rough handling, heating, hammering and stray fields gradually weaken a magnet.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Use keepers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Store bar magnets in pairs with soft-iron 'keepers' across their 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Unlike poles together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Lay the pair with unlike poles adjacent, joined by the keepers.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helps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keepers form closed loops for the field, keeping the molecular magnets aligned.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Plotting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use a plotting compass to trace field lines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 magnet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non-uniform: curved, unevenly spaced lines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Neutral point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magnet's field cancels Earth's; net field zero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Electromagnet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solenoid + soft-iron core; switchable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Vs permanent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switchable, adjustable, reversible, very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cranes, electric bell, relays, motors, loudspeakers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Electromagnets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electromagnet's core is made of soft iron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magnetic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Loses its magnetism as soon as the current stops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Conducts electricity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electromagnet's core is made of soft iron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magnetic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Loses its magnetism as soon as the current stops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Conducts electricity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Soft iron magnetises and demagnetises easily, so the electromagnet can be switched off. Steel would keep its magnetism and could not be turned off.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Make It Stronger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strengthen an electromagnet?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turns on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larger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Make It Stronger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strengthen an electromagnet?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turns on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larger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Wood is non-magnetic and adds nothing. An electromagnet is made stronger by more turns, a larger current and a soft-iron core.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prefers an electromagnet to a permanent magnet for moving iron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be switched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switched off to release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 plastic too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prefers an electromagnet to a permanent magnet for moving iron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be switched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 switched off to release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Lift plastic too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crane grabs the scrap when the current is on and drops it when the current is switched off — control a permanent magnet could never provide.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Reversing the current through an electromagnet: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Switches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Swaps its north and south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Doubles its strength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effect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Reversing the current through an electromagnet: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Switches it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Swaps its north and south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Doubles its strength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effect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poles of an electromagnet depend on the current's direction. Reversing the current reverses the field, so the north and south ends interchange.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Is Stronger Controllable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Compared with an ordinary permanent magnet, an electromagnet's strength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fixed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Adjustable by changing 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weaker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Impossible to change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Is Stronger Controllable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Compared with an ordinary permanent magnet, an electromagnet's strength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fixed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Adjustable by changing 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weaker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Impossible to change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electromagnet's strength can be increased or decreased simply by changing the current through its coil — a permanent magnet's strength cannot be adjusted.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Magnetism on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Wind a coil, add a current, and you have a magnet you can switch, strengthen and reverse at will.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