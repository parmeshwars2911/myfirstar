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 thrust (force) from pressure (force per area). The sharp-knife / camel-foot examples make area intuitive.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Straight substitution. Note how a smaller base area would raise the pressure for the same weight.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Derive P = hρg from the weight of the column. Stress it depends on depth and density, not on the container's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laws. The 'all directions' and 'same at same depth' points are commonly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Distinguish gauge pressure (hρg) from total/absolute pressure (atmospheric + hρg). Exam questions specify which they want.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Communicating vessels: a liquid reaches the same level everywhere because pressure balances at a common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consequence follows from 'pressure increases with depth'. The dam wall is the classic exam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Reinforce that liquid pressure acts in all directions — leads naturally to upthrust in the next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Pascal's law. The force is multiplied by the ratio of piston areas — hydraulics trade distance for 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area ratio (0.5/0.01 = 50) is the force multiplier. Great for showing the power of hydraulics.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device transmits pressure to multiply force. Brakes and the car jack are the everyday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P = hρg and Pascal's law are the key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9 • FLUIDS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Pressure in Fluids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Thrust &amp; pressure  •  Pressure in a liquid  •  Laws of liquid pressure  •  Pascal's law</a:t>
            </a:r>
          </a:p>
        </p:txBody>
      </p:sp>
      <p:pic>
        <p:nvPicPr>
          <p:cNvPr id="7" name="Picture 6" descr="g9_pressur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thrust from pressure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the relation pressure = thrust / area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Find the pressure due to a liquid column (P = h ρ g)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laws of liquid pressure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everyday consequences of liquid pressure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Pascal's law and its applications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Thrust &amp; Pressure in Liquids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liquids press on their surroundings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THRUST &amp; PRESSURE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Thrust and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Thrust is the total force acting normally on a surface; pressure is the thrust acting on each unit of area.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Pressure  =  Thrust / Area        (unit: pascal, Pa)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Thrust is a force, measured in newtons (N).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1 pascal = 1 newton per square metre (N/m²).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same force gives more pressure on a smaller area — why a sharp knife cuts well.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Pressure From a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box exerts a thrust of 600 N on the floor through a base area of 1.5 m². Find the pressure on the floor.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Pressure = Thrust / Area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Pressure = 600 / 1.5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Pressure = 400 Pa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Pressure = 400 Pa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LIQUID COLUMN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Pressure in a Liquid</a:t>
            </a:r>
          </a:p>
        </p:txBody>
      </p:sp>
      <p:pic>
        <p:nvPicPr>
          <p:cNvPr id="6" name="Picture 5" descr="g9pr_liqu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5" y="2057400"/>
            <a:ext cx="512064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48095" y="5586983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Deeper holes squirt water further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P = h ρ 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liquid exerts pressure because of its weight.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pressure at a depth h is P = h ρ g (depth × density × g).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pressure increases with depth — deeper water presses harder.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does not depend on the area or shape of the container.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Laws of Liquid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rop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Increases with depth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deeper you go, the greater the pressure.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Same at the same depth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At a given depth the pressure is the same in all directions.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Acts in all directions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liquid presses sideways and upwards, not just downwards.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ul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Depends on density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denser liquid exerts more pressure at the same depth.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TOTAL PRESSURE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Total Pressure at a Depth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total pressure at a depth in an open liquid is the atmospheric pressure pushing on the surface plus the pressure of the liquid column.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P_total  =  P_atmospheric  +  h ρ 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liquid column adds hρg to the air pressure above 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deeper the point, the larger the hρg term.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only the liquid's own pressure is wanted, use just h ρ 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OWN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Liquids Find Their Own Level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Communicating vessels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Liquid poured into connected vessels settles at the same height in each.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At the joining level the pressure must be equal, and equal pressure means equal height (same liquid).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Whatever the shape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is true however wide, narrow or tilted each vessel is.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arge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Everyday 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Water-level tubes, canal locks and a spirit level all rely on this.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CONSEQUENCES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Consequences of Liquid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Thick dam walls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Dams are built much thicker at the bottom to withstand the greater pressure there.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Deep-sea diving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Divers need strong suits because pressure grows rapidly with depth.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Water tank height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overhead tank gives more pressure (and flow) the higher it is placed.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Holes in a can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Water spurts farthest from the lowest hole in a tin.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ALL DIRECTIONS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Liquids Press in Every Direction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Pressure has no preferred direction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Sideways too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liquid pushes outward on the walls of its container, not just downward — water spurts sideways from a hole.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Upward as well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Liquid pressure also acts upward, which is why objects feel an upthrust.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Equal at one depth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At a given depth the pressure is the same in all directions.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Free surface stays level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Because pressure balances, the surface of a still liquid is always horizontal.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Sharp Knife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sharp knife cuts more easily than a blunt one because, for the same force, the sharp edge gives: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pressure (larger area)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More pressure (smaller area)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thrust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More thrust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Sharp Knife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sharp knife cuts more easily than a blunt one because, for the same force, the sharp edge gives: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Less pressure (larger area)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More pressure (smaller area)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Less thrust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More thrust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Pressure = thrust / area. A sharp edge has a very small contact area, so the same force produces a much greater pressure, letting it cut.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Dam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wall of a dam is made much thicker at its base than at the top because the water pressure: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greatest at the top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 with depth, so it is greatest at the bottom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the same everywhere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Acts only sideways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Dam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wall of a dam is made much thicker at its base than at the top because the water pressure: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greatest at the top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Increases with depth, so it is greatest at the bottom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the same everywhere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Acts only sideways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Liquid pressure rises with depth (P = hρg), so the base of the dam must resist the greatest pressure — hence it is built thickest there.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Which Depth?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tanks hold water. The pressure at the bottom depends 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width of the tank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total amount of 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depth of the water (and its density)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shape of the tank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Which Depth?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tanks hold water. The pressure at the bottom depends 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width of the tank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total amount of 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depth of the water (and its density)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shape of the tank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Liquid pressure depends only on depth, density and g — not on the shape, width or total volume. Two differently shaped tanks filled to the same depth have the same bottom pressure.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Find the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pressure due to a 2 m column of water (ρ = 1000 kg/m³, g = 10 m/s²)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200 Pa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2000 Pa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20,000 Pa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5000 Pa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Find the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pressure due to a 2 m column of water (ρ = 1000 kg/m³, g = 10 m/s²)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200 Pa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2000 Pa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20,000 Pa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5000 Pa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 = h ρ g = 2 × 1000 × 10 = 20,000 Pa. Multiply depth, density and 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Level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liquid is poured into a set of connected tubes of different widths and shapes. The liquid settles so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is highest in the narrowest tube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reaches the same level in every tube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is highest in the widest tube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Each tube has a different level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Level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liquid is poured into a set of connected tubes of different widths and shapes. The liquid settles so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is highest in the narrowest tube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It reaches the same level in every tube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is highest in the widest tube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Each tube has a different level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In communicating vessels the pressure must balance at the joining level, so the same liquid stands at the same height in each — regardless of the tubes' shapes or widths.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Pascal's 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pressure is transmitted through liquids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PASCAL'S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Transmission of Pressure</a:t>
            </a:r>
          </a:p>
        </p:txBody>
      </p:sp>
      <p:pic>
        <p:nvPicPr>
          <p:cNvPr id="6" name="Picture 5" descr="g9pr_hy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4864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small force lifts a big 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f / a = F /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Pascal's law: pressure applied to an enclosed liquid is transmitted equally to every part of it.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a small force on a small piston can balance a large force on a large piston.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pressure (f/a) is the same as (F/A) throughout the liquid.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multiplies force — the basis of all hydraulic machines.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Hydraulic Force Multiplier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In a hydraulic press a force of 50 N acts on a piston of area 0.01 m². The large piston has area 0.5 m². Find the force it can exert.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f / a = F / A   →   F = f × A / a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F = 50 × 0.5 / 0.01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F = 2500 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 = 2500 N — the force is multiplied 50 times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Applications of Pascal's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Hydraulic press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Compresses bales, moulds metal and presses oil from seeds.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Hydraulic brakes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light push on the brake pedal presses the brake pads on all wheels.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Hydraulic lift / jack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Lifts cars and heavy loads with a small effort.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Excavators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Hydraulic arms move huge buckets of earth.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Thrust vs pressure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thrust is force; pressure = thrust / area (Pa)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Liquid pressure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 = h ρ g; increases with depth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Laws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acts in all directions; same at the same depth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Consequences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thick dam walls, deep-sea pressure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Pascal's law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pressure is transmitted equally; f/a = F/A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Applications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hydraulic press, brakes, lift and jack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Pascal &amp; Hydraulics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Pascal's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Pascal's law states that pressure applied to an enclosed liquid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Lost as heat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Transmitted equally to every part of the liquid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Greatest near the piston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Reduced with distance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Pascal's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Pascal's law states that pressure applied to an enclosed liquid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Lost as heat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Transmitted equally to every part of the liquid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Greatest near the piston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Reduced with distance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An enclosed liquid passes on the applied pressure undiminished to all points. This equal transmission is what hydraulic machines rely 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Force Multiplier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hydraulic lift has pistons of area 2 cm² and 100 cm². A force of 20 N on the small piston can lift a load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100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1000 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400 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Force Multiplier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hydraulic lift has pistons of area 2 cm² and 100 cm². A force of 20 N on the small piston can lift a load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20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100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1000 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400 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 = f × A/a = 20 × 100/2 = 1000 N. The area ratio of 50 multiplies the force 50 times.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Brakes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you press a car's brake pedal, the braking force reaches all the wheels because the brake fluid: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Evaporates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Transmits the pressure equally to each wheel cylinder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Heats 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Freezes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Brakes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you press a car's brake pedal, the braking force reaches all the wheels because the brake fluid: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Evaporates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Transmits the pressure equally to each wheel cylinder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Heats 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Freezes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enclosed brake fluid obeys Pascal's law, carrying the pressure from the pedal equally to the cylinders at every wheel so they brake together.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No Free Lunch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hydraulic jack multiplies force 50 times. To lift the load, the small piston must move: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distance as the 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50 times further than the load rises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50 times less than the 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does not move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No Free Lunch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hydraulic jack multiplies force 50 times. To lift the load, the small piston must move: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same distance as the 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50 times further than the load rises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50 times less than the 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does not move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Energy is conserved: gaining 50× the force costs 50× the distance. The small piston moves a long way to raise the load a little — work in equals work out.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Liquid Level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enclosed hydraulic system is filled with oil rather than air because a liquid: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lighter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almost incompressible, so it transmits pressure without being squashed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cheaper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Flows faster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Liquid Level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enclosed hydraulic system is filled with oil rather than air because a liquid: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lighter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Is almost incompressible, so it transmits pressure without being squashed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cheaper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Flows faster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liquid barely compresses, so applied pressure is passed on at once. A gas would simply compress, absorbing the effort instead of transmitting it.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The Power of Pressure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a dam wall to a car's brakes, understanding fluid pressure lets us hold back oceans and multiply force at will.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