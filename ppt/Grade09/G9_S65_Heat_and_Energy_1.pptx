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Separate heat (energy) from temperature (hotness). The bucket-vs-spark example is the clearest.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 of expansion: gases &gt; liquids &gt; solids. Heating increases molecular separation.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bimetallic strip is the key application — bending from unequal expansion runs thermostats.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Water's odd behaviour: densest at 4°C. This single fact explains why ice floats and ponds freeze top-down.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Hope's experiment proves water is densest at 4°C: the 4°C water sinks, and ice forms at the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follow from water being densest at 4°C and ice being less dense. Life under ice is the headline consequence.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Energy flows one way through food chains, with large losses at each step — the 10%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law: energy is conserved. But it degrades to useless heat, limiting efficiency — links to energy degradation in lesson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anomalous expansion and its consequences are the exam favourites.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9 •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Heat, Temperature &amp; Expansion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Heat vs temperature  •  Thermal expansion  •  Anomalous expansion of water  •  Energy flow</a:t>
            </a:r>
          </a:p>
        </p:txBody>
      </p:sp>
      <p:pic>
        <p:nvPicPr>
          <p:cNvPr id="7" name="Picture 6" descr="g9_heatenergy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Distinguish heat from temperature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thermal expansion of solids, liquids and gases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the anomalous expansion of water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Hope's experiment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consequences of water's anomalous expansion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Outline the flow of energy in an ecosystem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Heat, Temperature &amp; Expansion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Energy on the move, and what it does to matter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TWO IDEAS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Heat vs Temperature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hermometer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form of energy that flows from a hotter to a colder body; measured in joules.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hermometer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Temperature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degree of hotness that decides the direction of heat flow; measured in °C or 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ca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Total vs average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Heat is total thermal energy; temperature is the average energy per molecule.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Different things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bucket of warm water holds more heat than a spark, though the spark is hotter.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Thermal Expansion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Solids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Expand the least on heating; rails and bridges are given gaps to allow for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ro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Liquids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Expand more than solids; the basis of liquid-in-glass thermometers.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Gases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Expand the most of all for the same temperature rise.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Why it happens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Heating makes molecules vibrate more and move further apart.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Using and Allowing for Expansion</a:t>
            </a:r>
          </a:p>
        </p:txBody>
      </p:sp>
      <p:pic>
        <p:nvPicPr>
          <p:cNvPr id="6" name="Picture 5" descr="g9he_bime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335" y="2423160"/>
            <a:ext cx="54864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82335" y="522122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Two metals expand differently, so the strip bends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The bimetallic strip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bimetallic strip bends on heating because two metals expand by different amounts.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is used in thermostats to switch heating circuits on and off.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Gaps are left between railway lines and in bridges to allow for expansion.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Overhead wires are strung loosely so they do not snap when they contract in winter.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ANOMALOUS WATER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Anomalous Expansion of Water</a:t>
            </a:r>
          </a:p>
        </p:txBody>
      </p:sp>
      <p:pic>
        <p:nvPicPr>
          <p:cNvPr id="6" name="Picture 5" descr="g9he_an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57400"/>
            <a:ext cx="512064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586983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Water contracts from 0°C to 4°C, then expands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Densest at 4°C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Most substances expand steadily as they are heated.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Water is unusual: between 0°C and 4°C it CONTRACTS as it warms.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Above 4°C it expands normally.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 water has its maximum density at 4°C.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HOPE'S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Hope's Experiment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Demonstrating maximum density at 4°C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The setup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tall jar of water is surrounded at the middle by a freezing mixture.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Two thermometers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One near the top and one near the bottom of the jar.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What is seen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bottom cools to 4°C first; later the top cools to 0°C and freezes.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What it proves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Water at 4°C is densest and sinks, so freezing starts at the top.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Hotter or More Heat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mug of tea at 80°C and a bucket of water at 40°C — which holds more heat energy?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tea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bucket of 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Both the same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Neither holds heat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Hotter or More Heat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mug of tea at 80°C and a bucket of water at 40°C — which holds more heat energy?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tea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bucket of 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Both the same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Neither holds heat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Temperature tells you how hot something is, but heat depends also on mass. The large mass of bucket water stores more thermal energy than the small, hotter mug of tea.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Gaps in 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Small gaps are left between sections of railway line so that, on a hot day, the rails can: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Contract safely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Expand without buckling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Conduct electricity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 cool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Gaps in 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Small gaps are left between sections of railway line so that, on a hot day, the rails can: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Contract safely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Expand without buckling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Conduct electricity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Stay cool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Metals expand when heated. The gaps give the rails room to lengthen on a hot day; without them the rails would push against each other and buckle.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Densest Water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Water has its maximum density at a temperature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4°C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10°C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100°C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Densest Water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Water has its maximum density at a temperature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0°C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4°C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10°C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100°C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Because water contracts from 0°C up to 4°C and then expands, it is at its densest at 4°C — the heart of its anomalous behaviour.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Bimetallic Strip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bimetallic strip is able to bend when heated because the two metals have different: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Amounts of expansion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Masses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Melting points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Bimetallic Strip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bimetallic strip is able to bend when heated because the two metals have different: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Colours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Amounts of expansion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Masses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Melting points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two bonded metals expand by different amounts for the same temperature rise. The one that expands more forces the strip to curve toward the other — used in thermostats.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Which Expands Most?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For the same rise in temperature, which expands the most?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solid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liquid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gas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All the same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Which Expands Most?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For the same rise in temperature, which expands the most?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solid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liquid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gas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All the same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Gases expand far more than liquids, and liquids more than solids, for the same temperature rise — because gas molecules are free to move much further apart.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Consequences &amp; Energy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Why ponds freeze from the top, and how energy moves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CONSEQUENCES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Consequences of Anomalous Expansion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Ice floats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Ice is less dense than water, so it floats on the surface.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Ponds freeze top-down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layer of ice forms on top while water below stays liquid.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Aquatic life survives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ice insulates the water beneath, so fish live through winter.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Pipes burst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Water expanding as it freezes can crack water pipes.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ENERGY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Energy Flow in an Ecosystem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Sun → plants → animals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The Sun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Almost all energy on Earth comes from the Sun.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Producers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Green plants capture solar energy by photosynthesis.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Consumers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Animals get energy by eating plants or other animals.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One-way flow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Energy flows from the Sun → producers → consumers, and only about 10% passes to each next level.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THERMODYNAMICS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Energy Is Conserved but Degrades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Conservation and degradation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First law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Energy can be transformed but never created or destroyed.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Always transforming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In every process energy changes form, e.g. food energy → movement + heat.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Degradation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At each change some energy spreads out as low-grade heat that cannot be fully reused.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Why it matters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This is why no machine is 100% efficient.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Heat vs temperature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energy that flows vs degree of hotness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Expansion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gases &gt; liquids &gt; solids; allowed for in rails/bridges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Anomalous water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contracts 0–4°C; densest at 4°C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Hope's experiment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shows water is densest at 4°C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Consequences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ice floats; ponds freeze top-down; life survives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Energy flow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Sun → producers → consumers; energy degrades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Water &amp;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Frozen Pond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Fish survive in a pond whose surface has frozen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Ice sinks and warms the bottom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Ice floats on top and insulates the liquid water below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Fish do not need oxygen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whole pond turns solid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Frozen Pond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Fish survive in a pond whose surface has frozen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Ice sinks and warms the bottom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Ice floats on top and insulates the liquid water below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Fish do not need oxygen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whole pond turns solid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Because ice is less dense it floats, and this surface layer insulates the water beneath. That water stays liquid (around 4°C), letting fish survive the winter.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Cooling Water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beaker of water at 10°C is cooled. As its temperature falls toward 4°C, the water: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Expands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Contracts and becomes denser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Boils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Stays the same volume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Cooling Water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beaker of water at 10°C is cooled. As its temperature falls toward 4°C, the water: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Expands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Contracts and becomes denser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Boils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Stays the same volume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From 10°C down to 4°C water behaves normally, contracting as it cools and reaching maximum density at 4°C. Only below 4°C does it start to expand again.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Energy Loss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Only about 10% of the energy at one level of a food chain reaches the next level. The rest is mostly: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Created anew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Lost as heat and used in life processes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Stored forever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Turned into matter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Energy Loss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Only about 10% of the energy at one level of a food chain reaches the next level. The rest is mostly: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Created anew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Lost as heat and used in life processes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Stored forever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Turned into matter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Most energy is used up in respiration, movement and staying warm, escaping as low-grade heat. Only a small fraction is stored and passed on — hence short food chains.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No 100% Machine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No machine can be 100% efficient because, in every energy change, some energy: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destroyed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Degrades into low-grade heat that cannot be fully reused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Turns into mass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Disappears completely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No 100% Machine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No machine can be 100% efficient because, in every energy change, some energy: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destroyed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Degrades into low-grade heat that cannot be fully reused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Turns into mass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Disappears completely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Energy is conserved, but at each transformation some of it spreads out as low-grade heat that cannot all be recovered. This degradation caps the efficiency of every machine.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Burst Pipe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Water pipes can burst in freezing weather because water: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Contracts as it freezes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Expands as it freezes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Evaporates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Gets heavier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Burst Pipe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Water pipes can burst in freezing weather because water: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Contracts as it freezes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Expands as it freezes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Evaporates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Gets heavier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Unlike most liquids, water expands on freezing. Confined in a pipe, the growing ice pushes outward with great force and can split the pipe.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Heat, Water and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Water's strange expansion keeps fish alive under the ice — and every joule of energy, though conserved, slowly degrades to heat.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