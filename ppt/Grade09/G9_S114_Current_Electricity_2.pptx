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Electrons (negative) drift from − to + through the external circuit, driven by the cell. This drift IS the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Conventional current (+ to −) is opposite to electron flow (− to +). A historical convention students must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p.d. as energy per unit charge (V = W/Q), measured by a voltmeter in parallel. The 'push' driving the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source does work moving charge (W = VQ). Energy is transferred from cell to components and transformed.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Resistance opposes current, from electron-atom collisions. Introduce the ohm and the length/thickness dependence simply.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factors affecting resistance: length, thickness, material and temperature — a Class 9 introduction to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in series add voltage; in parallel they keep the voltage but supply current longer. Several cells make a battery.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efficiency steps. Saving energy lowers bills and conserves fuel and the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saving is also a social effort: awareness, labelling, efficient public lighting and renewables.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electron vs conventional direction and resistance are the key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Electron Flow &amp; Resistance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Flow of electrons  •  Direction of current  •  Resistance  •  Using energy efficiently</a:t>
            </a:r>
          </a:p>
        </p:txBody>
      </p:sp>
      <p:pic>
        <p:nvPicPr>
          <p:cNvPr id="7" name="Picture 6" descr="g9_electro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electrons flow in a conductor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electron flow from conventional current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current to the work done by the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electrical resistance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ways to use electrical energy efficiently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Appreciate social initiatives to save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Electron Flow &amp; Current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really moves, and which way we say it goes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ELECTRON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Flow of Electrons in a Conductor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Free electrons on the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electrons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metal has loosely held free electrons that can drift through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cell drives them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cell's energy pushes these electrons round the circuit.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From − to +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Electrons flow from the negative terminal, through the circuit, to the positive terminal.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This drift is the current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steady drift of electrons constitutes the electric current.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Direction of the Electric 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By convention, the direction of the current is taken to be the direction in which positive charge would flow — opposite to the electron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Conventional current: from + to − in the external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Electron flow: from − to +, the opposite way.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convention was fixed before the electron was discovered.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POTENTIAL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Potential Difference (Voltage)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potential difference between two points is the work done in moving unit charge from one point to the other.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 =  work done / charge  =  W / Q   (unit: volt, 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the 'push' a cell gives to drive current round a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Measured with a voltmeter, connected in parallel (across a component).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volt means 1 joule of energy is given to each coulomb of 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 &amp;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Current, Work and Energy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As charge flows round a circuit, the cell does work on it, and that energy is delivered to the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Work done  W  =  V × Q   (volts × coulombs = joules)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cell converts chemical energy into electrical energy.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bulb converts electrical energy into light and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Energy is transferred, not created or destroyed.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Moves?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copper wire carrying a current, the particles that actually move are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Protons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Whole atoms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What Moves?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copper wire carrying a current, the particles that actually move are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Protons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Whole atoms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Neutrons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the loosely held free electrons drift through the metal lattice. The positive ions stay fixed in place, so the current in a wire is a flow of electrons.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Which Direction?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wires outside the cell, the conventional current flows from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Negative to the positive terminal, like the electrons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Positive to the negative terminal, opposite to the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Middle outward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does not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Which Direction?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wires outside the cell, the conventional current flows from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Negative to the positive terminal, like the electrons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Positive to the negative terminal, opposite to the electrons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Middle outward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does not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Conventional current is defined as the direction positive charge would move: from + to − in the external circuit — the opposite of the actual electron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Energy Change in a Bulb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glowing bulb, electrical energy is mainly changed into: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and chemical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and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energy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Nuclear energy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Energy Change in a Bulb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glowing bulb, electrical energy is mainly changed into: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and chemical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Light and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Magnetic energy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Nuclear energy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current heats the filament until it glows, converting electrical energy into light and heat — an energy transformation, with energy conserved overall.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Cell's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cell in a circuit provides the energy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 electrons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work pushing charge around the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Destroy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 the wires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Cell's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cell in a circuit provides the energy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Create electrons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Do work pushing charge around the circuit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Destroy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Cool the wires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cell converts its chemical energy into electrical energy, doing work to drive the charge round the loop and deliver energy to the components.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Energy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torch, the overall energy change is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→ chemical → electrical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Chemical (cell) → electrical → light and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Electrical → chemical →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 → light → chemical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Energy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torch, the overall energy change is from: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→ chemical → electrical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Chemical (cell) → electrical → light and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Electrical → chemical →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 → light → chemical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cell's chemical energy becomes electrical energy, which the bulb then converts into light and heat — a chain of energy transformations with energy conserved throughout.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Resistance &amp; Saving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Opposition to current, and using energy wisely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Electrical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Resistance is the opposition that a conductor offers to the flow of current through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More resistance  →  less current for the same voltage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arises as moving electrons collide with the atoms of the conductor.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Good conductors have low resistance; poor conductors have high resistance.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long, thin wire resists more than a short, thick one.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unit of resistance is the ohm (Ω).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WHAT AFFECTS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Affects a Wire's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l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longer wire has more resistance.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Thickness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thicker (greater area) wire has less resistance.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Different materials resist differently — copper resists less than iron.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metals, resistance increases as the wire gets hotter.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GROUPING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Joining Cells in a Battery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Cells joined + to − add their voltages, giving a higher total voltage.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Like cells joined + to + and − to − keep the same voltage but last longer.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atte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battery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or more cells joined together form a battery.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Choosing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Series for more voltage; parallel to supply current for longer.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EFFICIENT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Electrical Energy Efficiently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Switch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Turn off lights, fans and chargers when not in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LED lighting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LEDs give the same light for far less electricity than old bulbs.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Star ratings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Choose appliances with high energy-efficiency ratings.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Maintain appliances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Clean, well-kept appliances waste less energy.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SOCIAL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Saving Energy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Awareness drives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Campaigns encourage people to save electricity.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Efficiency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Star-rating labels help buyers choose efficient appliances.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Public lighting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Switching streetlights to LEDs saves large amounts of power.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Renewables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Communities adopt solar power to reduce demand on the grid.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Electron flow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free electrons drift from − to +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Conventional current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taken from + to −, opposite to electrons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Work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cell does work W = V × Q on the charge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Resistance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opposition to current; unit ohm; from collisions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Efficient use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switch off, use LEDs, choose efficient appliances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Social effort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awareness, labels, public LED lighting, renewables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Electrons &amp;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Higher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wire of the same material has the greater resistance?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short, thick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long, thin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are equal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coiled wire only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Higher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wire of the same material has the greater resistance?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short, thick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long, thin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They are equal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coiled wire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Resistance increases with length and decreases with thickness, so a long, thin wire offers the most opposition to the current.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Wires Warm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wire carrying a current becomes slightly warm because the moving electrons: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 new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Collide with the atoms of the wire, giving up energy as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 down and 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 into heat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Wires Warm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wire carrying a current becomes slightly warm because the moving electrons: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Create new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Collide with the atoms of the wire, giving up energy as heat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Slow down and 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 into heat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electrons drift through the wire they repeatedly collide with its atoms, transferring energy that appears as heat — the resistance of the wire.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Save the Most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Replacing all the old filament bulbs in a house with LEDs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bill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similar light using much less electricity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the rooms darker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more current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Save the Most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Replacing all the old filament bulbs in a house with LEDs will: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bill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Give similar light using much less electricity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the rooms darker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Use more current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LEDs convert far more of the electrical energy into light and waste much less as heat, so they provide the same brightness while using a fraction of the power.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Electron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Inside the connecting wires of a torch, the electrons actually move: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From the + terminal to the −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From the − terminal to the + terminal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no particular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Round in tiny circles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Electron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Inside the connecting wires of a torch, the electrons actually move: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From the + terminal to the − terminal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From the − terminal to the + terminal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no particular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Round in tiny circles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Electrons are pushed out of the negative terminal, through the circuit, and back to the positive terminal — opposite to the conventional current direction.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Star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buying a refrigerator, choosing one with a higher star rating means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Looks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Uses less electricity for the same 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bigger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Runs hotter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Star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buying a refrigerator, choosing one with a higher star rating means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Looks better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Uses less electricity for the same 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bigger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Runs hotter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Star ratings show energy efficiency: more stars means the appliance does the same work using less electrical energy, saving power and money.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Electrons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Drifting electrons, a little resistance and wise use — the small ideas that power and conserve our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