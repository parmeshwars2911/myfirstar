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dam is the classic consequence: pressure at the base is largest, so the wall is thickest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effect follows from P = hρg (or, for the bubble, from pressure falling as depth decreases). The diver's suit and the high water tank are common exam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Pascal's law precisely. It is the basis of every hydraulic machine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equal jet heights show the applied pressure reaches every part of the enclosed liquid equally.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the force-multiplier relation step by step: P₁ = F₁/A₁, P₂ = P₁ (Pascal), P₂ = F₂/A₂, hence F₂/F₁ = A₂/A₁.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area ratio (0.50/0.01 = 50) is the force multiplier. The output force is 50× the input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hydraulics trade distance for force — the effort moves a long way to raise the load a little; work in equals work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Construction and working of the press; the ram's large area gives the pressing force. List the everyday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jack lifts vehicles for repair; the valve lets the load be raised step by step and holds it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Pascal's law shares the pedal pressure equally to all wheels; releasing the pedal lets the spring pull the shoes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Despite weighing less, the girl's tiny heel area gives a far greater pressure — the same reason stilettos dent floors.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Straight substitution into P = hρg with the given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liquid's own pressure hρg equal to P₀, so the total becomes 2P₀. Solve for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 the area to m² first, then use thrust = pressure ×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add atmospheric pressure to hρg before multiplying by the 100 m²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P = hρg at each depth. A metal foil inside feels equal and opposite thrusts on its two faces, so the NET force on it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of 4.5–4.8 and the numericals. Pascal's law and F₂/F₁ = A₂/A₁ are the key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Pascal's Law &amp; Hydraulics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Consequences of P = hρg  •  Pascal's law  •  Hydraulic press, jack &amp; brakes  •  Numericals</a:t>
            </a:r>
          </a:p>
        </p:txBody>
      </p:sp>
      <p:pic>
        <p:nvPicPr>
          <p:cNvPr id="7" name="Picture 6" descr="pr_fig_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everyday consequences of P = h ρ 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Pascal's law of transmission of pressure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Show how a hydraulic machine multiplies force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hydraulic press, jack and brakes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mechanical advantage and velocity ratio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Solve numerical problems on fluid 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4.5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Consequences of P = h ρ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Everyday effects of pressure growing with 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DAM 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a Dam is Thicker at the Bottom</a:t>
            </a:r>
          </a:p>
        </p:txBody>
      </p:sp>
      <p:pic>
        <p:nvPicPr>
          <p:cNvPr id="6" name="Picture 5" descr="fig_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4.4 — wall thickens toward the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Deepest = strongest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Water pressure on a dam increases with depth (P = h ρ g).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deepest part of the wall must withstand the greatest pressure.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wall is built thin at the top and much thicker at the base.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lengthening arrows show the pressure rising toward the bottom.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MORE 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Other Consequences of Liquid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o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Sea vs river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 the same depth the pressure is greater in the sea because sea water is denser than river water.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o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Overhead water tank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supply tank is placed high so the large depth gives enough pressure for water to reach the taps.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Diver's suit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Deep-sea divers wear a strong suit kept at about one atmosphere, because the water pressure deep down is far above their blood pressure.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Rising gas bubble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bubble grows as it rises: less depth means less pressure, so by Boyle's law its volume increases.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Transmission of Pressure — Pascal's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Passing pressure on through a confined liquid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PASCAL'S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Pascal's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pressure exerted anywhere in a confined liquid is transmitted equally and undiminished in all directions throughout the liquid.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Increase the pressure at one point  →  it rises equally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pressure difference between two points depends only on their difference in height (Δh).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raising the pressure at one point raises it by the same amount at every other point.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works because a liquid is almost incompressible.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Demonstrating Pascal's Law</a:t>
            </a:r>
          </a:p>
        </p:txBody>
      </p:sp>
      <p:pic>
        <p:nvPicPr>
          <p:cNvPr id="6" name="Picture 5" descr="fig_4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2011680"/>
            <a:ext cx="420624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62495" y="5632703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4.5 — jets rise equally in all tubes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Equal jets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glass flask has several narrow tubes and a piston at its mouth.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Filled with water, the level in each tube is the same to begin with.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Pushing the piston in makes water jet from every tube to the SAME height.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applied pressure has been passed on equally to all parts of the liquid.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Application — The Hydraulic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Turning a small force into a large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FORCE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Principle of a Hydraulic Machine</a:t>
            </a:r>
          </a:p>
        </p:txBody>
      </p:sp>
      <p:pic>
        <p:nvPicPr>
          <p:cNvPr id="6" name="Picture 5" descr="pr_fig_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5486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498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4.6 — a small F₁ balances a large F₂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F₂ / F₁ = A₂ / A₁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Two connected cylinders of areas A₁ (small) and A₂ (large) hold a liquid.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force F₁ on the small piston makes a pressure P₁ = F₁ / A₁.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By Pascal's law this pressure reaches the big piston unchanged, so P₂ = P₁.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Since P₂ = F₂ / A₂, we get F₂ / F₁ = A₂ / A₁ — a large force on the big piston.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Much Force is Multiplied?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In a hydraulic machine the small piston has area 0.01 m² and the large piston 0.50 m². A force of 50 N is applied to the small piston. Find the force on the large piston.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F₂ / F₁ = A₂ / A₁   →   F₂ = F₁ × A₂ / A₁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F₂ = 50 × 0.50 / 0.01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F₂ = 50 × 50 = 2500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F₂ = 2500 N — the force is multiplied 50 times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NO FREE LUNCH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Force Multiplier, Not Energy Multiplier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hydraulic machine multiplies force, but the small piston must move much farther than the load 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work by effort  =  work by load   (in the ideal case)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Mechanical advantage MA = Load / Effort &gt; 1.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Velocity ratio VR = distance moved by effort / distance moved by load &gt; 1.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Energy is conserved: extra force is paid for with extra distance.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4.8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Hydraulic Machines in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press, the jack and the brakes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HYDRAULIC 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Hydraulic (Bramah) Press</a:t>
            </a:r>
          </a:p>
        </p:txBody>
      </p:sp>
      <p:pic>
        <p:nvPicPr>
          <p:cNvPr id="6" name="Picture 5" descr="pr_fig_4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566928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412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4.7 — the Bramah press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Small plunger, big 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small pump plunger A in a narrow cylinder P is worked by a lever.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drives liquid through a pipe to a large ram B in a wide cylinder Q.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large area makes a huge upward force that presses goods against a fixed plate.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Uses: pressing cotton bales and books, extracting juice or oil, and engraving.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HYDRAULIC JACK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Hydraulic Jack / Lift</a:t>
            </a:r>
          </a:p>
        </p:txBody>
      </p:sp>
      <p:pic>
        <p:nvPicPr>
          <p:cNvPr id="6" name="Picture 5" descr="pr_fig_4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103120"/>
            <a:ext cx="566928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99455" y="55412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4.8 — the hydraulic jack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Lifting a car by 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Pressing the handle raises the pressure in the narrow cylinder P.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Liquid is forced through valve V into the wide cylinder Q.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large piston B rises and lifts a car on its platform.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small effort at the handle raises a very heavy load — a force multiplier.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HYDRAULIC 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Hydraulic Brakes</a:t>
            </a:r>
          </a:p>
        </p:txBody>
      </p:sp>
      <p:pic>
        <p:nvPicPr>
          <p:cNvPr id="6" name="Picture 5" descr="pr_fig_4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66928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4.9 — a hydraulic brake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One pedal, all wheels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foot pedal pushes piston A in the master cylinder P.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Brake fluid carries the pressure equally along pipe R to every wheel.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each wheel, pistons B₁ and B₂ push the brake shoes against the rim.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One light push on the pedal brakes all the wheels together.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Consequences &amp; Pascal's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Dam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dam wall is built much thicker at its base than at its top because water pressure: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greatest at the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with depth, so it is greatest at the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the same at every depth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Acts only sideways at the top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Dam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dam wall is built much thicker at its base than at its top because water pressure: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greatest at the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Increases with depth, so it is greatest at the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the same at every depth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Acts only sideways at the 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Since P = h ρ g, the pressure is largest at the deepest point of the wall, so the base must be thickest to withstand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Rising bubble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an air bubble rises from the bottom of a lake to the surface, its size: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First increases then decreases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Rising bubble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an air bubble rises from the bottom of a lake to the surface, its size: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Decreases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Increases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First increases then decreases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Higher up, the depth and hence the pressure on the bubble fall. By Boyle's law, less pressure means more volume, so the bubble grows as it rises.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Pascal's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Pascal's law states that pressure applied to an enclosed liquid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Lost as it spreads 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Transmitted equally and undiminished in all directions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Greatest near the piston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Halved at each point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Pascal's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Pascal's law states that pressure applied to an enclosed liquid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Lost as it spreads 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Transmitted equally and undiminished in all directions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Greatest near the piston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Halved at each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enclosed, almost incompressible liquid passes the applied pressure on to every point equally — the basis of all hydraulic machines.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Force multiplier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hydraulic machine the pistons have areas 2 cm² and 80 cm². A force of 30 N on the small piston can balance a load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1200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120 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Force multiplier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hydraulic machine the pistons have areas 2 cm² and 80 cm². A force of 30 N on the small piston can balance a load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30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600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1200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120 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F₂ = F₁ × A₂/A₁ = 30 × 80/2 = 30 × 40 = 1200 N. The area ratio of 40 multiplies the force 40 times.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Why a liquid?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Hydraulic machines are filled with a liquid (oil) rather than a gas because a liquid: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lighter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almost incompressible, so it transmits pressure at 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cheaper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Evaporates easily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Why a liquid?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Hydraulic machines are filled with a liquid (oil) rather than a gas because a liquid: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lighter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Is almost incompressible, so it transmits pressure at 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cheaper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Evaporates easily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liquid barely compresses, so the applied pressure is passed on immediately and in full. A gas would simply be squashed, absorbing the effort instead of transmitting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SOLVED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Numericals from the 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Working through every solved example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EXAMPLE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Comparing Two Pressures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boy of 60 kgf wears shoes with heel area 20 cm²; a girl of 45 kgf wears sandals with heel area 1.5 cm². Compare the pressures they exert on one heel.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Boy:  P₁ = F₁ / A₁ = 60 / 20 = 3 kgf cm⁻²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Girl: P₂ = F₂ / A₂ = 45 / 1.5 = 30 kgf cm⁻²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Ratio P₂ : P₁ = 30 :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P₂ : P₁ = 10 : 1 — the girl's heel presses 10 times harder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EXAMPLE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Pressure of a Water Column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Calculate the pressure due to a water column of height 100 m. (g = 10 m s⁻², density of water = 10³ kg m⁻³.)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 = h ρ 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 = 100 × 10³ × 10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 = 10⁶ N m⁻²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 = 10⁶ N m⁻² (= 10 × 10⁵ Pa)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EXAMPLE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Depth for Twice Atmospheric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At what depth in water is the pressure equal to twice the atmospheric pressure? (P₀ = 10 N cm⁻² = 10⁵ N m⁻², ρ = 10³ kg m⁻³, g = 9.8 m s⁻².)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Total pressure at depth h = P₀ + h ρ 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For twice atmospheric: 2P₀ = P₀ + h ρ g,  so  h ρ g = P₀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h = P₀ / (ρ g) = 10⁵ / (10³ × 9.8)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 = 10.2 m — a 10.2 m water column adds one more atmosphere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EXAMPLE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Thrust on a Face of a Cube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cube of side 5 cm is placed in a liquid. The pressure at the centre of one face is 10 Pa. Find the thrust on that 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Area A = 5 cm × 5 cm = 25 × 10⁻⁴ m²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Thrust F = P × A = 10 × 25 × 10⁻⁴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250 × 10⁻⁴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 = 2.5 × 10⁻² 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EXAMPLE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Total Thrust on a Submerged 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square plate of side 10 m lies horizontally 1 m below a water surface. Find the total thrust on it. (P₀ = 1.013 × 10⁵ N m⁻², ρ = 10³ kg m⁻³, g = 9.8 m s⁻².)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Total pressure = P₀ + h ρ g = 1.013 × 10⁵ + (10³ × 9.8 × 1)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= 1.013 × 10⁵ + 0.098 × 10⁵ = 1.111 × 10⁵ N m⁻²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Thrust = pressure × area = 1.111 × 10⁵ × (10 × 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Total thrust = 1.111 × 10⁷ 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EXAMPLE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Vessel of Liquid — Several Parts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vessel of base 100 cm × 60 cm and height 200 cm is full of liquid of density 1.1 × 10³ kg m⁻³ (g = 9.8 m s⁻²). Ignoring the atmosphere, find the pressure at the bottom and at a depth of 5 cm.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Pressure at bottom = h ρ g = 2.00 × 1.1 × 10³ × 9.8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= 2.156 × 10⁴ ≈ 2.16 × 10⁴ N m⁻²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At depth 5 cm (0.05 m): P = 0.05 × 1.1 × 10³ × 9.8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Bottom ≈ 2.16 × 10⁴ N m⁻²;  at 5 cm ≈ 539 N m⁻²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Hydraulics &amp; Numericals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Hydraulic brakes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you press a car's brake pedal, all the wheels brake together because the brake fluid: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Heats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Transmits the pressure equally to every wheel cylinder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 at the wheels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Evaporates in the pipe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Hydraulic brakes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you press a car's brake pedal, all the wheels brake together because the brake fluid: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Heats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Transmits the pressure equally to every wheel cylinder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Freezes at the wheels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Evaporates in the pipe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enclosed brake fluid obeys Pascal's law, carrying the pedal's pressure equally along the pipes to every wheel cylinder so all wheels brake at once.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The jack's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hydraulic jack multiplies the effort 40 times. To raise the load, the effort piston must move: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distance as the load rises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 times farther than the load rises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 times less than the load rises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at all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The jack's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hydraulic jack multiplies the effort 40 times. To raise the load, the effort piston must move: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distance as the load rises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40 times farther than the load rises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40 times less than the load rises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 at 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Work is conserved: gaining 40× the force costs 40× the distance. The effort piston travels a long way to lift the load a little.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pressure due to a 5 m column of a liquid of density 800 kg m⁻³ (g = 10 m s⁻²)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4000 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40,000 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400 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× 10⁵ Pa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pressure due to a 5 m column of a liquid of density 800 kg m⁻³ (g = 10 m s⁻²)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4000 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40,000 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400 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 × 10⁵ 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 = h ρ g = 5 × 800 × 10 = 40,000 Pa (4 × 10⁴ N m⁻²).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Foil in a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thin metal foil is held vertically inside a liquid. The net force the liquid exerts on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 and downward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Zero, because the two faces feel equal and opposite thrusts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 and upward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the foil's weight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Foil in a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thin metal foil is held vertically inside a liquid. The net force the liquid exerts on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 and downward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Zero, because the two faces feel equal and opposite thrusts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 and upward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to the foil's weight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a given depth the pressure is the same in all directions, so the two faces of the foil feel equal and opposite thrusts that cancel, giving zero net force.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Press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hydraulic press is NOT normally used for: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Pressing cotton bales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Extracting oil from seeds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Lifting a car for servicing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Engraving monograms on goods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Press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hydraulic press is NOT normally used for: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Pressing cotton bales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Extracting oil from seeds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Lifting a car for servicing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Engraving monograms on goods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Lifting vehicles is the job of the hydraulic jack/lift. The press is used for pressing bales and books, extracting oil or juice, and engraving.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 — Part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Consequences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dam walls, high tanks, diver's suit, rising bubble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Pascal's law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pressure in a confined liquid is transmitted equally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Hydraulic machine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F₂/F₁ = A₂/A₁ — a force multiplier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Press, jack, brakes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small effort → large useful force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 &amp; VR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both &gt; 1; work by effort = work by load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Numericals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 = hρg, total = P₀ + hρg, thrust = P × 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Multiplying Force with a Fluid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Pascal's law lets a gentle push move mountains of cotton, lift a car, and stop it again — the quiet power of a confined liquid.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