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fundamental magnet properties. The directive property (points N–S) leads to the compass and Earth's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materials into magnetic vs non-magnetic, and soft (iron) vs hard (steel) magnetic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Induced magnetism explains why unmagnetised iron is attracted: it temporarily becomes a magnet with an opposite near-pole.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molecular/domain theory: aligned molecular magnets give magnetism. Explains induced magnetism, breaking, and demagnetisation by heat/hammering.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Field lines visualise the field. Direction N→S outside; spacing shows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standard properties. 'Never cross' and 'closed loops' are commonly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Earth acts like a bar magnet; the compass aligns with its field. Note the magnetic-geographic pole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uniform field = parallel, evenly spaced lines. The Earth's field is uniform over a small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geographic (true) north from magnetic north; the angle between is the declination.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field-line properties and the Earth's field are the key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Magnetic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Magnets &amp; induced magnetism  •  Magnetic field lines  •  Properties  •  The Earth's field</a:t>
            </a:r>
          </a:p>
        </p:txBody>
      </p:sp>
      <p:pic>
        <p:nvPicPr>
          <p:cNvPr id="7" name="Picture 6" descr="g9_magne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Recall the basic properties of magnets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induced magnetism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magnetic field 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properties of magnetic field 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Earth's magnetic field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Plot the uniform field lines of the Earth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Magnets &amp; Induced Magnetism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Poles, forces and how magnetism is induced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Basic Properties of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gn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Two poles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Every magnet has a north and a south pole.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gn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Poles in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Poles always occur in pairs — you cannot get a single pole.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Attraction &amp; repulsion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Like poles repel; unlike poles attract.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Directive 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freely suspended magnet sets itself north–south.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Magnetic and Non-Magnetic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gn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Magnetic 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Attracted by a magnet — iron, cobalt, nickel and steel.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gn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Non-magnetic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Not attracted — wood, plastic, copper, glass and aluminium.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gn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Soft magnetic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Soft iron magnetises and demagnetises easily — used in electromagnets.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gn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Hard magnetic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Steel keeps its magnetism — used for permanent magnets.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INDUCED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Induced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Magnetism without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magnetic material becomes a magnet when placed near a magnet, without touching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Temporary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Soft iron loses this induced magnetism as soon as the magnet is removed.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Nearer pole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induced pole nearest the magnet is always opposite to it, so attraction results.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iron sticks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Pins cling to a magnet because each becomes a tiny induced magnet.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MOLECULAR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Molecular Theory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Magnets made of tiny magnets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Tiny molecular magnets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Every molecule of a magnetic material is itself a tiny magnet.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Unmagnetised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Normally these point in all directions, so their effects cancel out.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Magnetised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 a magnet they line up the same way, adding together to give net poles.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It explains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Why breaking a magnet gives two magnets, and why heating or hammering (jumbling them) demagnetises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FIELD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Magnetic Field Lines</a:t>
            </a:r>
          </a:p>
        </p:txBody>
      </p:sp>
      <p:pic>
        <p:nvPicPr>
          <p:cNvPr id="6" name="Picture 5" descr="g9mg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Lines run from N to S outside the magnet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Picturing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magnetic field is the region around a magnet where its force can be felt.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picture it using magnetic field lines.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Outside the magnet, the lines run from the North pole to the South pole.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Where the lines are crowded the field is strong; where they are spread out it is weak.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Properties of Magnetic Field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Run from North to South outside, and South to North inside the magnet.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Never cross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field lines never intersect.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Closed 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Each line is a continuous closed loop.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Spacing = strength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Closer lines mean a stronger field; they are densest at the poles.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surest test that a bar of steel is a magnet is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Attracts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Repels one end of a known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shiny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heavy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surest test that a bar of steel is a magnet is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Attracts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Repels one end of a known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shiny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heavy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Attraction can happen with ordinary iron too (by induction). Only a magnet can REPEL another magnet, so repulsion is the sure test of magnetism.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Pin on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iron pin clings to a magnet and a second pin then clings to the first. This shows: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pins are already magnets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Induced magnetism — each pin becomes a temporary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magnet is losing strength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pins are glued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Pin on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iron pin clings to a magnet and a second pin then clings to the first. This shows: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pins are already magnets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Induced magnetism — each pin becomes a temporary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magnet is losing strength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pins are glued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magnet induces magnetism in the first pin, which in turn induces it in the second. Each becomes a temporary magnet, so they cling in a chain.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Field Lines Cross?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magnetic field lines can never cross because at the crossing point the field would have: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 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directions at once, which is impossible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many poles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Infinite strength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Field Lines Cross?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magnetic field lines can never cross because at the crossing point the field would have: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 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Two directions at once, which is impossible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Too many poles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Infinite strength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field line shows the field's direction at each point. If two crossed, the field would point two ways at once there — impossible — so lines never intersect.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Strongest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field-line diagram, the magnetic field is strongest where the lines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Furthest apart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Closest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Strongest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field-line diagram, the magnetic field is strongest where the lines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Furthest apart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Closest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Straight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Crowded (closely spaced) field lines indicate a strong field. That is why the lines bunch up at the poles, where the field is strongest.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Not Magnetic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materials is NOT attracted by a 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Cobalt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Nickel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Not Magnetic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materials is NOT attracted by a 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Cobalt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Nickel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Iron, cobalt and nickel are magnetic materials, attracted by a magnet. Copper, like wood and plastic, is non-magnetic and is not attracted.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Earth's Magnetic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a compass points north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EARTH'S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Earth as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planet-sized bar magnet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 giant magnet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Earth behaves as if it has a huge bar magnet inside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Compass points north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freely suspended magnet (compass) aligns with the Earth's field, pointing north–south.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Poles are opposite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Earth's magnetic south pole lies near the geographic North — which is why a compass north is attracted to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Compasses guide ships, aircraft and hikers.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UNIFORM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Plotting the Earth's Uniform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Over a small area, the Earth's magnetic field is nearly uniform — the same strength and direction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Plot it with a compass on paper, marking the needle direction at many points.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field lines come out parallel and equally spaced.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Parallel, evenly spaced lines are the signature of a uniform field.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MAGNETIC VS GEOGRAPHIC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Kinds of North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Geographic north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direction of the Earth's axis (true north).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gn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Magnetic north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direction a compass needle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Declination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small angle between them at a place.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They differ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Magnetic north and true north are not exactly the same direction.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 basics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two poles; like repel, unlike attract; points N–S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Induced magnetism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iron becomes a temporary magnet near a magnet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Field lines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run N→S outside; show field direction and strength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Properties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never cross; closed loops; closest at the poles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Earth's field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Earth acts like a bar magnet; compass aligns N–S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Uniform field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parallel, equally spaced lines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Fields &amp; the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Compass Needle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compass needle points north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attracted to the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Aligns itself with the Earth's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heavier at one 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Repels all metals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Compass Needle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compass needle points north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attracted to the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Aligns itself with the Earth's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heavier at one 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Repels all metals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compass needle is a tiny magnet free to turn. It lines up with the Earth's magnetic field, coming to rest pointing north–south.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Uniform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Parallel, equally spaced magnetic field lines represent a field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Getting stronger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Uniform (same everywhere)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Circular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Uniform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Parallel, equally spaced magnetic field lines represent a field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Getting stronger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Uniform (same everywhere)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Circular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field lines are parallel and evenly spaced, the field has the same strength and direction at every point — a uniform field, like the Earth's over a small area.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Single Pole?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Breaking a bar magnet in half produces: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N pole and one S pole separately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complete magnets, each with N and S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magnet with no poles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non-magnet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Single Pole?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Breaking a bar magnet in half produces: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One N pole and one S pole separately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Two complete magnets, each with N and S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magnet with no poles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non-magnet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Poles always exist in pairs. Cutting a magnet simply makes two smaller magnets, each with its own north and south pole — you can never isolate a single pole.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Inside the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Inside a bar magnet, the field lines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 to South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to North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stop at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circles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Inside the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Inside a bar magnet, the field lines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North to South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South to North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They stop at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circles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Field lines are closed loops. Outside the magnet they go N→S, and inside the magnet they continue from S→N to complete each loop.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Two Norths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angle between the geographic north and the magnetic north at a place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declination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Longitude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Field strength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Two Norths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angle between the geographic north and the magnetic north at a place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Magnetic declination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Longitude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Field strength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Declination is the small angle between true (geographic) north and the direction a compass points (magnetic north) at a given place.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Fields All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fridge magnet to the whole planet, invisible magnetic fields shape the space around every magnet.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