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 machine by what it does for us — less effort, a better direction, or faster/safer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machines are the building blocks; complex machines like a bicycle or sewing machine combine several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six simple machines that the rest of the chapter explains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Machines change the size or direction of force. Hint at the trade-off: a smaller effort over a longer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inclined plane trades a longer push for a smaller effort. Ramps, stairs and slides are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inclined planes: loading ramps, wheelchair ramps, hill roads and staircases — all trade distance for easier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wedge (axe, knife) and the screw are both forms of the inclined plane — a good way to link the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wedge cuts, splits and holds; the screw joins and lifts. Both come from the humble inclined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the common idea that machines reduce the work itself. They reduce the effort, but you move a longer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up the benefits of machines — less effort, saved time, convenience, and making hard jobs possible — before the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three parts of a lever — fulcrum, load and effort — before sorting the three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First-class lever: fulcrum between load and effort — see-saw, scissors, crowbar, pliers.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Second-class lever: load between fulcrum and effort — wheelbarrow, bottle opener, nutcracker.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Third-class lever: effort between fulcrum and load — tongs, fishing rod, our forearm.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fixed pulley does not reduce the effort but changes its direction, so pulling down (easy) raises the load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Pulleys at work: wells, flagpoles, cranes and lifts. Combined pulleys can even reduce the effort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wheel and axle a large wheel turns a small axle, giving a turning advantage — steering wheels, screwdrivers, doorknobs.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Machines need maintenance — oiling, cleaning, rust-proofing and checks — to reduce friction, last longer and stay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comparison slide for the three lever classes, with the quick trick: identify which part is in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wheel-and-axle examples from daily life — steering wheel, screwdriver, doorknob, tap, sharpener.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six simple machines and how each helps us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6 • GENERAL SCIENCE • SIMPLE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Simple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Machines make work easier  •  Inclined plane • wedge • screw  •  Lever • pulley • wheel and axle  •  Care of machines</a:t>
            </a:r>
          </a:p>
        </p:txBody>
      </p:sp>
      <p:pic>
        <p:nvPicPr>
          <p:cNvPr id="7" name="Picture 6" descr="mh6_sm_l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machine makes work easier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simple machines from complex machines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inclined plane, the wedge and the screw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 lever and name its three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a pulley and a wheel and axle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See why machines need care and maintenance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Machines and the Inclined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a machine does, and the inclined-plane family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a Machine?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machine is a device that makes our work easier, faster or more convenient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may let us use a smaller effort to move a big load.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may let us apply the force in a handier direction.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may simply help us work faster or more safely.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SIMPLE VS COMPLEX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 Kinds of Machines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a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Simple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Has few or no moving parts — a lever, pulley, ramp, wheel and axle, wedge or screw.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ea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Complex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Made by joining several simple machines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bicycle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complex machine — it uses levers, wheels-and-axles and more.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ea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sewing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Also complex, built from many simple machines working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THE SIX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Six Simple Machines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Inclined plane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sloping surface, such as a ramp.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Wedge and screw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Two special forms of the inclined plane.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Lever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rigid bar that turns about a fixed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Pulley and wheel-and-axle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Turning machines that lift and drive 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HOW THEY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Machine Changes the 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simple machine changes the size or the direction of the force we apply — but it cannot do the work for 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Smaller effort: a ramp lets us push a load up gently.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Handier direction: a pulley lets us pull down to lift up.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There is always a trade — usually a longer distance to move.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INCLINED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Inclined Plane</a:t>
            </a:r>
          </a:p>
        </p:txBody>
      </p:sp>
      <p:pic>
        <p:nvPicPr>
          <p:cNvPr id="6" name="Picture 5" descr="mh6_sm_in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ramp raises a load with less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A sloping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inclined plane is a slanting, sloping surface.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lets us raise a load with a smaller effort.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ramp, a staircase and a slide are inclined planes.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gentler (longer) the slope, the smaller the effort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RAMPS AT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Inclined Planes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Loading ramp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Heavy drums are rolled up a plank into a truck.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Wheelchair ramp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gentle slope replaces steps for easy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Hill roads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Winding roads climb a hill gradually, not straight 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Staircase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staircase is a folded-up inclined plane.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WEDGE &amp; SCREW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Wedge and the Screw</a:t>
            </a:r>
          </a:p>
        </p:txBody>
      </p:sp>
      <p:pic>
        <p:nvPicPr>
          <p:cNvPr id="6" name="Picture 5" descr="mh6_sm_w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493776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17550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wedge splits; the screw grips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Two clever ramps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wedge is two inclined planes joined to a sharp edge.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wedge cuts or splits — an axe, a knife, a needle.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screw is an inclined plane wound round a rod.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Both are really the inclined plane in another 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WEDGE &amp; SCREW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We Meet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wedge cuts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Axes, knives, chisels and needles all have a wedge 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wedge 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door wedge slipped under a door holds it open.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screw joins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Screws fasten pieces of wood or metal firmly together.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screw lifts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screw jack raises a car; a bottle's cap is a screw.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NO FREE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Machines Make Work Easier — Not Less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simple machine makes a job easier to do, but we still have to put in the work; it is not created for 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ramp needs a smaller push, but over a longer path.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effort is smaller; the distance is larger.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a machine spreads the same work into an easier form.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WHY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We Use Machines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Less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They let a small effort move a big 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Save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Jobs get done faster than by bare hands.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Reach &amp; convenience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They let us work from a handy position or direction.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Hard jobs possible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Some jobs simply cannot be done without a machine.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Machines &amp; the Inclined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main purpose of a simple machine is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work harder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our work easier or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more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Slow us down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main purpose of a simple machine is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work harder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Make our work easier or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Use more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Slow us 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machine lets us do a job with less effort, or in a more convenient way — it makes work easier.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Inclined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an example of an inclined plane?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pair of scissors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ramp for wheelchairs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pulley on a well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see-saw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Inclined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an example of an inclined plane?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pair of scissors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ramp for wheelchairs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pulley on a well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see-saw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ramp is a slanting surface — an inclined plane — that lets a load be raised with a smaller effort.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The wedge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axe used to split wood works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Pulley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Wheel and axle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Lever 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The wedge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axe used to split wood works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Pulley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Wheel and axle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Lever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sharp blade of an axe is a wedge — two inclined planes meeting at an edge — that splits the wood apart.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The screw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screw is best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straight 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inclined plane wound round a rod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kind of pulley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first-class lever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The screw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screw is best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straight 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An inclined plane wound round a rod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kind of pulley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first-class lever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If you imagine unwinding the thread of a screw, it forms a long inclined plane — that is exactly what a screw 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Levers, Pulleys and the Wheel &amp; Axle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turning and lifting machines, and caring for them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Lever</a:t>
            </a:r>
          </a:p>
        </p:txBody>
      </p:sp>
      <p:pic>
        <p:nvPicPr>
          <p:cNvPr id="6" name="Picture 5" descr="mh6_sm_l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2240280"/>
            <a:ext cx="49377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0975" y="540410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three parts of every lever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Fulcrum • load •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lever is a rigid bar that can turn about a fixed point.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fixed point is called the fulcrum.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load is the weight we want to move.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effort is the force we apply to move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CLASS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First-Class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Fulcrum in the middle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fulcrum lies between the load and the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See-saw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pivot is in the centre, with a child on each 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Scissors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Two first-class levers joined at a central pivot.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Also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crowbar and a pair of pliers work this way.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CLASS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Second-Class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Load in the middle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load lies between the fulcrum and the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Wheelbarrow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wheel is the fulcrum; the load sits in the middle.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Bottle opener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Lifts the cap with the load between hinge and hand.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Nutcracker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Cracks the nut placed between the pivot and your grip.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CLASS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Third-Class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Effort in the middle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effort is applied between the fulcrum and the 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pair of tongs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You press in the middle to grip food at the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Fishing rod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Your hand lifts in the middle to raise the far tip.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Forearm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Even our own forearm lifting a weight is a third-class lever.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PULLEY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Pulley</a:t>
            </a:r>
          </a:p>
        </p:txBody>
      </p:sp>
      <p:pic>
        <p:nvPicPr>
          <p:cNvPr id="6" name="Picture 5" descr="mh6_sm_pul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32918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fixed pulley changes direction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Pull down to lift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pulley is a grooved wheel with a rope over it.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single fixed pulley changes the direction of the force.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pull down on the rope to raise a load up.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Pulling down is easier because we can use our body weight.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PULLEYS AT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Pulleys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o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Water from a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rope over a pulley lifts the bucket up easily.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Hoisting a 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flag rides up the pole on a pulley rope.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crane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Big pulleys let cranes lift very heavy loads.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Lifts and cranes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Several pulleys together can share a huge load.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WHEEL &amp; AXLE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Wheel and Axle</a:t>
            </a:r>
          </a:p>
        </p:txBody>
      </p:sp>
      <p:pic>
        <p:nvPicPr>
          <p:cNvPr id="6" name="Picture 5" descr="mh6_sm_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015" y="1965960"/>
            <a:ext cx="34747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94015" y="567842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Turn the wheel to turn the axle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Big wheel, small axle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large wheel is fixed to a thin rod called the axle.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Turning the big wheel easily turns the axle with force.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steering wheel, a screwdriver and a doorknob use it.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makes turning and twisting jobs much easier.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Taking Care of Machines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Oil and grease reduce friction between moving parts.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Dust and dirt wear parts out, so keep machines clean.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Preventing 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Paint or oil stops iron parts from rusting.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Regular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Timely repairs keep a machine safe and long-lasting.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COMPARE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Three Lever Classes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Class 1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Fulcrum in the middle — see-saw, scissors, crowbar.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Class 2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Load in the middle — wheelbarrow, bottle opener, nutcracker.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Class 3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Effort in the middle — tongs, fishing rod, our forearm.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The trick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Just ask which part — F, L or E — sits in the middle.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WHEEL &amp; AXLE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Wheel and Axle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Steering 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Turns the thin steering shaft of a vehicle.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Screwdriver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fat handle (wheel) turns the thin blade (axle).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Doorknob &amp; tap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round knob or tap turns a thin spindle inside.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Pencil sharpener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handle turns the small cutting axle.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Machine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device that makes work easier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Inclined plane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slope; ramp, stairs, slide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Wedge &amp; screw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inclined planes in other shapes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Lever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bar on a fulcrum; three classes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Pulley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grooved wheel; changes force direction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Wheel &amp; axle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big wheel turns a small axle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Levers, Pulleys &amp; Wheels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Fulcrum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fixed point about which a lever turns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Effort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Fulcrum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Axle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Fulcrum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fixed point about which a lever turns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Effort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Fulcrum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Axle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lever turns about a fixed point called the fulcrum; the load is what we move and the effort is the force we apply.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Class of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see-saw, the fulcrum lies between the load and the effort. This makes it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Class 1 lever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Class 2 lever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Class 3 lever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a lever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Class of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see-saw, the fulcrum lies between the load and the effort. This makes it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Class 1 lever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Class 2 lever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Class 3 lever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Not a lever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When the fulcrum is in the middle, between the load and the effort, the lever is a first-class lever — like a see-saw or scissors.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Second-class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which of these is the load between the fulcrum and the effort?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see-saw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wheelbarrow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pair of tongs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fishing rod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Second-class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which of these is the load between the fulcrum and the effort?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see-saw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wheelbarrow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pair of tongs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fishing rod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a wheelbarrow the wheel is the fulcrum and the load sits between it and your hands (the effort) — a second-class lever.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Wheel and axle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everyday device is an example of a wheel and axle?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knife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ramp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steering wheel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see-saw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Wheel and axle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everyday device is an example of a wheel and axle?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knife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ramp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steering wheel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see-saw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steering wheel (the large wheel) turns a thin shaft (the axle), so it is a wheel-and-axle machine.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Work Made Easy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simple ramp to a turning wheel, simple machines let a small effort do a big job — and clever machines just combine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