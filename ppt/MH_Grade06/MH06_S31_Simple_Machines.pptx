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machine makes work easier. Simple machines are the building blocks; complex machines combine several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inclined plane trades a longer push for a smaller effort. Ramps, stairs and slides are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wedge (axe, knife) and the screw are both forms of the inclined plane — a good way to link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fulcrum, load and effort, then the three classes by which part is in the middle. Give a common example of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pulley does not reduce the effort but changes its direction, so pulling down (easy) raises the load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wheel and axle a large wheel turns a small axle, giving a turning advantage — steering wheels, screwdrivers, doorknobs.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six simple machines and how each helps us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6 • GENERAL SCIENCE • SIMPLE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Simple Machines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Machines make work easier  •  Inclined plane • wedge • screw  •  Lever • pulley • wheel and axle</a:t>
            </a:r>
          </a:p>
        </p:txBody>
      </p:sp>
      <p:pic>
        <p:nvPicPr>
          <p:cNvPr id="7" name="Picture 6" descr="mh6_sm_le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machine makes work easier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simple machines from complex machines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inclined plane, the wedge and the screw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lever and name its three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 pulley and a wheel and axle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See why machines need care and maintenance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Machines and the Inclined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a machine does, and the inclined-plane family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Machine?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Makes work easier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machine is a device that makes our work easier or faster.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Simple machines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Simple machines have few or no moving parts — a lever, pulley, ramp, wheel and axle, wedge or screw.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Complex machines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complex machine, such as a bicycle or a sewing machine, is made of several simple machines.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Applies force cleverly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machine lets us apply a smaller effort, or apply it in a handier direction.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Inclined Plane</a:t>
            </a:r>
          </a:p>
        </p:txBody>
      </p:sp>
      <p:pic>
        <p:nvPicPr>
          <p:cNvPr id="6" name="Picture 5" descr="mh6_sm_in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ramp raises a load with less effort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A sloping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inclined plane is a slanting, sloping surface.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lets us raise a load with a smaller effort.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ramp, a staircase and a slide are inclined planes.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gentler (longer) the slope, the smaller the effort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WEDGE &amp; SCREW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Wedge and the Screw</a:t>
            </a:r>
          </a:p>
        </p:txBody>
      </p:sp>
      <p:pic>
        <p:nvPicPr>
          <p:cNvPr id="6" name="Picture 5" descr="mh6_sm_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68880"/>
            <a:ext cx="4937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17550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wedge splits; the screw grips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Two clever ramps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wedge is two inclined planes joined to a sharp edge.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wedge cuts or splits — an axe, a knife, a needle.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screw is an inclined plane wound round a rod.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are really the inclined plane in another 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Machines &amp; the 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main purpose of a simple machine is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work harder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our work easier or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more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Slow us down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main purpose of a simple machine is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work harder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Make our work easier or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 more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Slow us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machine lets us do a job with less effort, or in a more convenient way — it makes work easier.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an example of an inclined plane?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scissors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ramp for wheelchairs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 on a well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see-saw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an example of an inclined plane?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pair of scissors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ramp for wheelchairs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pulley on a well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see-saw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ramp is a slanting surface — an inclined plane — that lets a load be raised with a smaller effort.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The wedge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axe used to split wood works 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Pulley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Wheel and axle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Lever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The wedge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axe used to split wood works 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Pulley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Wheel and axle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Lever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sharp blade of an axe is a wedge — two inclined planes meeting at an edge — that splits the wood apart.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The screw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screw is best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straight 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inclined plane wound round a rod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kind of pulley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first-class lever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The screw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screw is best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straight 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inclined plane wound round a rod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kind of pulley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first-class lever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you imagine unwinding the thread of a screw, it forms a long inclined plane — that is exactly what a screw 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Levers, Pulleys and the Wheel &amp; Axle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turning and lifting machines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Lever and its Three Classes</a:t>
            </a:r>
          </a:p>
        </p:txBody>
      </p:sp>
      <p:pic>
        <p:nvPicPr>
          <p:cNvPr id="6" name="Picture 5" descr="mh6_sm_le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240280"/>
            <a:ext cx="49377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40410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Where the fulcrum, load and effort sit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Fulcrum • load • effort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lever is a rigid bar that turns about a fixed point, the fulcrum.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It also has a load to move and an effort we apply.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Class 1: fulcrum in the middle — a see-saw, scissors.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Class 2: load in the middle — a bottle opener, wheelbarrow. Class 3: effort in the middle — tongs.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Pulley</a:t>
            </a:r>
          </a:p>
        </p:txBody>
      </p:sp>
      <p:pic>
        <p:nvPicPr>
          <p:cNvPr id="6" name="Picture 5" descr="mh6_sm_pull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32918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fixed pulley changes direction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Pull down to lift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is a grooved wheel with a rope over 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single fixed pulley changes the direction of the force.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pull down on the rope to raise a load up.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Pulleys lift water from a well and hoist a flag up a pole.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WHEEL &amp;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Wheel and Axle</a:t>
            </a:r>
          </a:p>
        </p:txBody>
      </p:sp>
      <p:pic>
        <p:nvPicPr>
          <p:cNvPr id="6" name="Picture 5" descr="mh6_sm_wh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1965960"/>
            <a:ext cx="34747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94015" y="567842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Turn the wheel to turn the axle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Big wheel, small axle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large wheel is fixed to a thin rod called the axle.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Turning the big wheel easily turns the axle with force.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steering wheel, a screwdriver and a doorknob use 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makes turning jobs much easier.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Machine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device that makes work easier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Inclined plane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slope; ramp, stairs, slide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Wedge &amp; screw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inclined planes in other shapes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Lever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bar on a fulcrum; three classes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Pulley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grooved wheel; changes force direction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Wheel &amp; axle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big wheel turns a small axle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Levers, Pulleys &amp; Wheels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Fulcrum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fixed point about which a lever turns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Fulcrum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Axle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Fulcrum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fixed point about which a lever turns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Effort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Fulcrum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Axle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lever turns about a fixed point called the fulcrum; the load is what we move and the effort is the force we apply.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Class of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see-saw, the fulcrum lies between the load and the effort. This makes it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 1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 2 lever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 3 lever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a lever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Class of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see-saw, the fulcrum lies between the load and the effort. This makes it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Class 1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Class 2 lever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Class 3 lever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a lever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fulcrum is in the middle, between the load and the effort, the lever is a first-class lever — like a see-saw or scissors.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Fixed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single fixed pulley helps us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load to zero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the direction of the force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Removes the need for a rope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Makes the load heavier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Fixed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single fixed pulley helps us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Reduces the load to zero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Changes the direction of the force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Removes the need for a rope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Makes the load heavier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single fixed pulley lets us pull down — which is easy — to raise a load upward; it changes the direction of our effort.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Wheel and axle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everyday device is an example of a wheel and axle?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knife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steering wheel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see-saw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Wheel and axle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everyday device is an example of a wheel and axle?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knife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ramp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steering wheel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see-saw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steering wheel (the large wheel) turns a thin shaft (the axle), so it is a wheel-and-axle machine.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Work Made Easy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simple ramp to a turning wheel, simple machines let a small effort do a big job — and clever machines just combine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