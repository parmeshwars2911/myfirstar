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Nail the scientific definition of work: a force AND a displacement caused by it. This is different from the everyday sense of 'work'.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 clear cases of work from no-work. The key check every time: did the object actually move because of the force?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the tiring, everyday sense of work from the precise scientific one. Only the scientific meaning can be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energy as the capacity to do work, and connect it to familiar sources — food for us, fuel and electricity for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work and energy share the unit joule, because doing work spends energy. Introduce the idea that energy only changes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Mechanical energy = potential + kinetic. Stored energy becomes energy of motion when it is released.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Potential energy is stored by position (height) or by state (stretched/compressed). It is 'ready' energy waiting to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Kinetic energy belongs to anything in motion — vehicles, water, wind. Faster motion means more kinetic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Everyday examples where potential and kinetic energy swap back and forth — swing, dam, bow, falling 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the idea of work in everyday actions — lifting, pushing, climbing, throwing — where a force clearly moves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main forms of energy. The Sun is the chief source; food and fuels hold chemical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light, heat, sound and chemical energy with an everyday source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mechanical, electrical, solar and wind/water energy — the forms we most often turn into useful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energy conversion chain in a hydro-electric dam: potential → kinetic → mechanical → electrical.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Everyday devices are energy converters. Ask students to name the 'before' and 'after' form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conservation idea at a Std 6 level: energy only changes form, the total stays the same — which is why saving energy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Conventional (fossil, limited) vs non-conventional (renewable). The key contrast is 'runs out' vs 'renews'.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case for non-conventional energy: fossil fuels are limited and polluting; solar and wind are clean and renewable.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Simple, practical energy-saving habits students can adopt, linking back to conservation.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the forms and sources together: the Sun is the ultimate source of food energy, fossil fuels, wind and the water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work, energy, its two mechanical kinds, the forms and the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6 • GENERAL SCIENCE • WORK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Work and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When is work done?  •  Energy  •  Potential and kinetic  •  Forms of energy  •  Sources of energy</a:t>
            </a:r>
          </a:p>
        </p:txBody>
      </p:sp>
      <p:pic>
        <p:nvPicPr>
          <p:cNvPr id="7" name="Picture 6" descr="mh6_we_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clearly when work is said to be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that energy is the capacity to do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potential energy apart from kinetic 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Name and describe the main forms of energy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Trace how energy changes from one form to another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conventional from non-conventional energy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Work and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'work' means in science, and what energy 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Work?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In science, work is done only when a force is applied to an object AND the object moves in the direction of the force.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force alone is not enough — the object must move.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Movement alone is not enough — a force must cause 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Both together — a force and a movement — mean work is done.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WORK OR NOT?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Is Work Being Done?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Lifting a bag 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You apply an upward force and the bag moves up — work is done.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Pushing a moving cart 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Your push moves the cart forward — work is done.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Pushing a still wall 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You push hard but the wall does not move — no work is done.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Holding a suitcase 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You hold it still; it does not move, so no scientific work is done.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EVERYDAY VS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Two Meanings of 'Work'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Everyday meaning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Anything that makes us tired — studying, standing guard, thinking hard.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Scientific meaning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Only a force that moves an object through a distance.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Reading a book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May tire us, but nothing is moved by a force, so no scientific work is done.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Why it matters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Science needs one exact meaning so that work can be measured and compared.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Energy — the Capacity to Do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Energy is the capacity, or the ability, to do work. Anything that can do work has energy.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get our energy from the food we eat.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Machines get energy from fuel, electricity or wind.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more energy a body has, the more work it can 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Measuring Work and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Same unit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Work and energy are measured in the same unit — the joule (J).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Why the same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Doing work uses up energy, so both are measured alike.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Small and large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One joule is small; lifting a school bag uses many joules.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Never destroyed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Energy is never lost — it only changes from one form into another.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MECHANICAL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Potential and Kinetic Energy</a:t>
            </a:r>
          </a:p>
        </p:txBody>
      </p:sp>
      <p:pic>
        <p:nvPicPr>
          <p:cNvPr id="6" name="Picture 5" descr="mh6_we_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Potential energy → kinetic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A9D8F"/>
                </a:solidFill>
                <a:latin typeface="Calibri"/>
              </a:rPr>
              <a:t>Stored vs moving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Mechanical energy has two kinds: potential and kinetic.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Potential energy is stored because of position or state.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Kinetic energy is the energy of a moving object.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As stored energy is released, it turns into energy of motion.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POTENTIAL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Energy That is Stored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Because of height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Water held high in a dam and a stone on a hill have potential energy.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Because of state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stretched bow and a wound-up spring store potential energy.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Ready to act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This stored energy can do work the moment it is released.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Example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Release the bow and the stored energy shoots the arrow.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KINETIC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Energy of 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Any moving body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running child, a moving bus and a spinning fan all have kinetic energy.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Flowing water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river and a waterfall carry large kinetic energy.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Blowing wind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Moving air has kinetic energy that can turn a windmill.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More speed, more energy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faster a body moves, the more kinetic energy it has.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PE ↔ 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Watching Energy Change Kind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 falling 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Loses height (potential) and speeds up (kinetic) as it falls.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 swinging swing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Highest point is all potential; lowest point is all kinetic.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r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Dam water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Stored high (potential), it rushes down (kinetic) to the turbine.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 drawn bow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Stored in the bent bow (potential), released into the flying arrow (kinetic).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WORK IN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Work We Do Every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Raising a bucket of water from a well against gravity.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Pushing &amp; pulling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Moving a cart or dragging a box across the floor.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Climbing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Walking up a staircase lifts our body — that is 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Throwing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Giving a ball a push sets it moving — work is done on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Work, Energy &amp; Its Two Kinds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When is work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science, work is done only when a force: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very large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Moves an object through a 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applied by a machine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Makes us tired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When is work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science, work is done only when a force: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very large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Moves an object through a 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applied by a machine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Makes us tired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Work needs both a force and a movement (displacement). If nothing moves, no scientific work is done.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No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which case is no scientific work done?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Lifting a bucket of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Pushing a car that starts moving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Pushing hard against a wall that does not move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Kicking a ball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No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which case is no scientific work done?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Lifting a bucket of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Pushing a car that starts moving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Pushing hard against a wall that does not move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Kicking a ball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However hard we push, if the wall does not move there is no displacement, so no work is done in the scientific sense.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Potential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has potential energy stored because of its position?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running boy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held high in a dam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moving bus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spinning fan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Potential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has potential energy stored because of its position?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running boy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Water held high in a dam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moving bus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spinning fan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Water stored high in a dam has potential energy because of its raised position; the others are examples of kinetic energy.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Work and energy are both measured in the same unit,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Joule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Second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Newton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Work and energy are both measured in the same unit,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Joule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Second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Newton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Energy is the capacity to do work, so it is measured in the same unit as work — the joule (J).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Forms of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many forms of energy, how they change, and where they come from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Forms of Energy</a:t>
            </a:r>
          </a:p>
        </p:txBody>
      </p:sp>
      <p:pic>
        <p:nvPicPr>
          <p:cNvPr id="6" name="Picture 5" descr="mh6_we_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77439"/>
            <a:ext cx="5120640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26694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Some everyday forms of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A9D8F"/>
                </a:solidFill>
                <a:latin typeface="Calibri"/>
              </a:rPr>
              <a:t>Many 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Energy appears in many different forms around us.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Light, heat, sound, chemical, electrical and mechanical are some forms.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Sun is our greatest source of light and heat energy.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Food and fuels store chemical energy for later use.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FORMS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 Closer Look — Four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Light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Lets us see; comes from the Sun, a lamp or a flame.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hermomet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Heat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Warms things and cooks food; comes from the Sun and from burning fuel.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oun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Sound energy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Carried by vibrations; reaches us as music, speech and noise.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ol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Chemical 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Stored in food, fuels and cells, and released when they are used.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FORMS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 Closer Look — More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Mechanical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energy of position and motion — potential plus kinetic.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Electrical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Flows through wires to run our lights, fans and gadgets.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Solar energy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Energy from the Sun, caught by solar panels and cookers.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r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Wind &amp; water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Moving air and flowing water carry energy we can harness.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Energy Changes its Form</a:t>
            </a:r>
          </a:p>
        </p:txBody>
      </p:sp>
      <p:pic>
        <p:nvPicPr>
          <p:cNvPr id="6" name="Picture 5" descr="mh6_we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606039"/>
            <a:ext cx="512064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03834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Potential → kinetic → mechanical → electrical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A9D8F"/>
                </a:solidFill>
                <a:latin typeface="Calibri"/>
              </a:rPr>
              <a:t>One form to another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Energy can change from one form into another.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In a hydro-power dam, stored water starts to fall.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Its potential energy becomes kinetic, which spins a turbine.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turning turbine runs a generator, giving electrical energy.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CONVERSIONS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Energy Conversions Around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l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Electric bulb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Electrical energy → light energy (and some heat).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Loudspeaker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Electrical energy → sound energy.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Burning candle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Chemical energy → light and heat energy.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Solar cooker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Light/heat from the Sun → heat energy that cooks food.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CONSERVATION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Energy is Never Lost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Energy can change from one form to another, but it is never created out of nothing and never destroyed.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Every device simply changes energy from one form to another.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total amount of energy always stays the same.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Because of this, we must use our energy sources wisely.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Two Kinds of Energy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Long-used sources — coal, petroleum and natural gas (the fossil fuels).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They run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Fossil fuels took millions of years to form and will one day be used 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Non-conventional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Renewable sources — the Sun, wind, flowing water and biogas.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They renew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These sources keep being replaced by nature and do not run out.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CLEAN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We Turn to Clean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Fossil fuels pollute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Burning coal and petrol dirties the air and warms the planet.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They are limited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There is only so much coal, oil and gas left in the Earth.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Sun and wind are clean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Solar and wind energy give power without polluting.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Can be reused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Renewable sources are available again and again, day after day.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SAVE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Energy Wisely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Switch off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Turn off lights and fans when they are not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Natural light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Use daylight and natural air where you can.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Walk or cycle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Save fuel by walking or cycling for short trips.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Choose efficient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Use star-rated, energy-saving appliances at home.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THE SUN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Sun — the Source of Most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Almost all the energy we use can be traced back to the Sun, our nearest star.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Plants trap the Sun's energy; our food comes from plants.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Coal and petroleum formed from plants and animals of long ago.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Sun's heat also stirs the winds and lifts water into the clouds.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Work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force × movement; no movement, no work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Energy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capacity to do work; unit joule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Potential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stored energy — dam water, stretched bow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Kinetic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energy of motion — falling water, running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Forms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light, heat, sound, chemical, electrical…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Sources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conventional (fossil) vs non-conventional (clean)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Forms of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Kinetic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waterfall's rushing water is an example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Potential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Kinetic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Chemical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energy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Kinetic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waterfall's rushing water is an example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Potential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Kinetic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Chemical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energy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falling, moving water has kinetic energy — the energy an object has because of its motion.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hydro-power station, the potential energy of stored water is finally changed into ___ energy.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Chemical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Electrical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Conversion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hydro-power station, the potential energy of stored water is finally changed into ___ energy.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Chemical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Electrical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Falling water (kinetic) spins a turbine (mechanical), which runs a generator to give electrical energy.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Chemical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energy stored in food and fuels is mainly: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Sound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Chemical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Mechanical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Chemical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energy stored in food and fuels is mainly: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Sound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Chemical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Light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Mechanical energy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Food and fuels store chemical energy, which is released when they are used up by our body or burnt.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Non-conventional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a non-conventional (renewable) source of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Petroleum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Solar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Natural gas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Non-conventional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is a non-conventional (renewable) source of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Petroleum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Solar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Natural gas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Solar energy comes from the Sun and does not run out, so it is a non-conventional, renewable source; the others are fossil fuels.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Energy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lifting a bag to lighting a city, work and energy explain how everything gets done — and why we must use energy wisely.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