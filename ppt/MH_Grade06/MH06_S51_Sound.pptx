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always begins with a vibration. Touch a ringing bell to feel it vibrate; stop the vibration and the sound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travels as a wave through a material medium, carrying energy from the source to the listener.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bell-jar experiment proves sound needs a medium: removing the air silences the bell. Space is a vacuum, so it is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is fastest in solids, slower in liquids, slowest in gases — because of how closely the particles are packed.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pleasant sound from noise, and define noise pollution as harmful continuous loud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ways to cut noise pollution — horns, volume, vehicle upkeep, planning and green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production, propagation, the need for a medium, speed, and noise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Sound from vibrations  •  How sound travels  •  Sound needs a medium  •  Noise and its control</a:t>
            </a:r>
          </a:p>
        </p:txBody>
      </p:sp>
      <p:pic>
        <p:nvPicPr>
          <p:cNvPr id="7" name="Picture 6" descr="mh6_sd_v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sound is produced by vibrations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sound travels through a medium as a wave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that sound cannot travel through a vacuum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how fast sound travels in solids, liquids and gases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a pleasant sound from noise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noise pollution and how to reduce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Making Sound and How It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Vibrations, the medium and the sound wave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is Made by Vibrations</a:t>
            </a:r>
          </a:p>
        </p:txBody>
      </p:sp>
      <p:pic>
        <p:nvPicPr>
          <p:cNvPr id="6" name="Picture 5" descr="mh6_sd_v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468880"/>
            <a:ext cx="49377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17550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Vibrating bodies make sound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Vibration makes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sound is produced by a vibrating object.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drum, a bell, a string and our vocal cords all vibrate.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long as the object vibrates, we keep hearing the sound.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vibration stops, the sound stops too.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Sound Travels</a:t>
            </a:r>
          </a:p>
        </p:txBody>
      </p:sp>
      <p:pic>
        <p:nvPicPr>
          <p:cNvPr id="6" name="Picture 5" descr="mh6_sd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Sound spreads as a wave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wave through a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spreads out from its source as a wave.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travels through a medium — a solid, a liquid or a gas.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wave carries the sound energy to our ears.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substance the sound travels through is the medium.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NEEDS A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Needs a Medium</a:t>
            </a:r>
          </a:p>
        </p:txBody>
      </p:sp>
      <p:pic>
        <p:nvPicPr>
          <p:cNvPr id="6" name="Picture 5" descr="mh6_sd_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1965960"/>
            <a:ext cx="32918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895" y="567842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Remove the air and the bell falls silent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No medium, no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Sound needs a medium — it cannot travel through empty space.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In a bell-jar, as the air is pumped out the ringing fades.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With no air (a vacuum), no sound reaches us at all.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is why there is silence in outer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Producing &amp; Carrying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Heavy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Heavy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Every sound comes from a vibrating object; the moment the vibration stops, the sound stops as well.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substance through which sound travels from its source to our ears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Echo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substance through which sound travels from its source to our ears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Vacuum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Echo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needs a material — a solid, liquid or gas — to travel through. This material is called the medium.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 a vacuum because a vacuum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much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particles to carry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cold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Bright light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 a vacuum because a vacuum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much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 particles to carry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Very cold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Bright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vacuum is empty space with no particles, so there is nothing to pass the vibrations along — hence no sound.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Bell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bell-jar experiment, as more and more air is pumped out, the sound of the bell: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fainter and fainter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Turns into light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Bell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bell-jar experiment, as more and more air is pumped out, the sound of the bell: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Grows fainter and fainter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Turns into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the air (the medium) is removed, less and less sound can travel out, so the ringing grows fainter — showing sound needs a medium.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 of Sound, Noise and Its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Where sound travels fastest, and taming noise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Fast Sound Travels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Fastest in solids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tightly-packed particles of a solid pass the vibration on quickest.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Slower in liquids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a liquid the particles are a little farther apart, so sound is slower.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Slowest in gases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a gas such as air the particles are far apart, so sound travels slowest.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An old trick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Putting an ear to a railway track lets you hear a train through the steel before the air.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Pleasant Sound and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Pleasant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soft, regular sound like music is pleasant to the 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loud, harsh, unwanted sound like a blaring horn is noise.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 pollution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Continuous, loud noise that harms us is called noise pollution.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Its harm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cause tiredness, poor sleep, headaches and even loss of hearing.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Reducing Noise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A4C93"/>
                </a:solidFill>
                <a:latin typeface="Calibri"/>
              </a:rPr>
              <a:t>Keep the noise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13130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98648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Avoid needless horns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Do not blow vehicle horns unnecessarily, especially near hospitals and schools.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728648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14165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Lower the volume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Keep the TV, radio and loudspeakers at a reasonable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444166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329683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Maintain vehicles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Well-serviced engines and silencers run more quietly.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159684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45202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Plan wisely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Keep noisy factories, airports and stations away from homes, and plant trees to absorb sound.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comes from vibrations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Propagation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travels as a wave through a medium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solid, liquid or gas; none in a vacuum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fastest in solids, slowest in gases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Noise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loud, harsh, unwanted sound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Control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fewer horns, lower volume, upkeep, trees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Speed &amp;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Fastest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Fastest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closely-packed particles of a solid pass vibrations along quickest, so sound travels fastest in solids.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Slowest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Of these, sound travels slowest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Slowest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Of these, sound travels slowest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Air is a gas, whose particles are far apart, so sound travels slowest through it compared with liquids and solids.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Noise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Continuous, loud, unwanted sound that harms our health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Noise pollution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vibration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Noise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Continuous, loud, unwanted sound that harms our health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Music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 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Noise pollution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vibration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Loud, harsh sound that goes on and on and damages health is noise pollution — a real form of pollution.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helps to reduce noise pollution?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Blowing horns often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Playing music at full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Planting trees along roads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Running unserviced engines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helps to reduce noise pollution?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Blowing horns often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Playing music at full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Planting trees along roads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Running unserviced engines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Trees absorb and block a lot of sound, so a green belt along roads helps reduce noise pollution.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World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Every sound is a vibration set travelling through a medium — knowing how it works helps us enjoy music and keep noise in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