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always begins with a vibration — a fast to-and-fro motion. Touch a ringing bell to feel it vibrate.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the direct link: sound lasts exactly as long as the vibration. Damping the vibration kills the sound.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the many vibrating sources — instruments, voice, bells, insect wings — to show vibration is behind every sound.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human sound production: lungs push air, vocal cords in the larynx vibrate, mouth and tongue shape it into speech.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travels as a wave through a material medium, passing the vibration particle to particle until it reaches the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medium and show it can be a gas, a liquid or a solid — air, water, or the ground/rails.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bell-jar experiment proves sound needs a medium: removing the air silences the bell. Space is a vacuum, so it is silent.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path of sound through the ear: outer ear → eardrum → middle-ear bones → inner ear → brain.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is a form of energy: it can shake objects, it spreads out from the source, and it weakens with distance as the energy spreads.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why sound is useful — communication, music, warnings, and the calls animals use — before the first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is fastest in solids, slower in liquids, slowest in gases — because of how closely the particles are packed.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closer the particles, the faster they hand the vibration on — so solid &gt; liquid &gt; gas for the speed of sound.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pleasant (regular, tuneful) sound from noise (loud, harsh, unwanted) — and note that any sound too loud is harmful.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sources of noise pollution — traffic, loudspeakers, crackers and machinery — mostly human-made.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noise pollution as harmful, unwanted, continuous loud sound — a genuine pollutant, worst in cities.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health effects of noise: hearing damage, disturbed sleep, stress and headaches, and difficulty concentrating.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ways to cut noise pollution — horns, volume, vehicle upkeep, planning and green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Personal and community actions students can take: honour silence zones, keep volumes low, avoid crackers and plant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loudness at a Std 6 level: a harder hit gives a louder sound because it carries more energy, and sound fades with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ear-care habits, linking the harm of loud noise to simple protective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production, propagation, the need for a medium, speed, and noise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6 • GENERAL SCIENCE •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Sound from vibrations  •  How sound travels  •  Sound needs a medium  •  The ear  •  Noise and its control</a:t>
            </a:r>
          </a:p>
        </p:txBody>
      </p:sp>
      <p:pic>
        <p:nvPicPr>
          <p:cNvPr id="7" name="Picture 6" descr="mh6_sd_v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that sound is produced by vibrations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sound travels through a medium as a wave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Show that sound cannot travel through a vacuum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Compare how fast sound travels in solids, liquids and gases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a pleasant sound from noise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noise pollution and how to reduce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Making Sound and How It Travels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Vibrations, the medium, the ear and the sound wave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is Made by Vibrations</a:t>
            </a:r>
          </a:p>
        </p:txBody>
      </p:sp>
      <p:pic>
        <p:nvPicPr>
          <p:cNvPr id="6" name="Picture 5" descr="mh6_sd_v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2468880"/>
            <a:ext cx="4937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0975" y="517550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Vibrating bodies make sound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Vibration makes sound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Every sound is produced by a vibrating object.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vibration is a fast to-and-fro movement.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drum, a bell, a string and our vocal cords all vibrate.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As long as the object vibrates, we keep hearing the sound.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KEY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No Vibration, No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body makes a sound only while it is vibrating. The moment the vibration stops, the sound stops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Pluck a stretched rubber band — it vibrates and hums.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Touch it to stop the vibration — the sound stops at once.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Strike a bell, then hold it — the ringing dies away.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VIBRATING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Things That Vibrate to Make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Musical instruments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drum skin, a sitar string and a flute's air column all vibrate.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Our voice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Air from the lungs makes the vocal cords in the larynx vibrate.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bell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metal of a struck bell vibrates and rings.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buzzing insect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bee's fast-beating wings vibrate the air.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OUR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We Produce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The voice box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We have a voice box, the larynx, at the top of the windpipe.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Vocal cords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Two thin vocal cords stretch across the larynx.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Air makes them vibrate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Air pushed up from the lungs sets the cords vibrating.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Speech and song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We shape this sound with the mouth and tongue into words.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Sound Travels</a:t>
            </a:r>
          </a:p>
        </p:txBody>
      </p:sp>
      <p:pic>
        <p:nvPicPr>
          <p:cNvPr id="6" name="Picture 5" descr="mh6_sd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Sound spreads as a wave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wave through a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spreads out from its source as a wave.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travels through a medium — a solid, a liquid or a gas.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wave passes the vibration from particle to particle.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this way the sound energy reaches our ears.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Travels Through a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substance through which sound travels from its source to our ears is called the medium.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Air is the most common medium for the sounds we hear.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also travels through water and through solids.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Fish and whales hear sounds carried through water.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NEEDS A 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Needs a Medium</a:t>
            </a:r>
          </a:p>
        </p:txBody>
      </p:sp>
      <p:pic>
        <p:nvPicPr>
          <p:cNvPr id="6" name="Picture 5" descr="mh6_sd_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1965960"/>
            <a:ext cx="32918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76895" y="567842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Remove the air and the bell falls silent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No medium, no sound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cannot travel through empty space (a vacuum).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a bell-jar, as the air is pumped out the ringing fades.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With no air at all, no sound reaches us.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why there is complete silence in outer space.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We Hear — The Human 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Outer ear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Collects the sound and funnels it into the ear canal.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Eardrum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thin skin that vibrates when the sound reaches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Middle ear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Tiny bones pass the vibrations further inward.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Inner ear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Sends the message to the brain, and we hear the sound.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SOUND IS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Carries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a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It does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loud sound can rattle windows and shake our chest.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From the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vibrating body gives its energy to the medium.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Spreads 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energy travels outward in all directions as a wave.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Fades with distance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Sound grows fainter as its energy spreads thinner.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USES OF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Sound Matters to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Talking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Speech lets us share ideas and feelings.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Music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Songs and instruments give us joy.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Horns, bells and alarms keep us alert and safe.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Animals too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Animals call to warn, find mates and stay together.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Producing &amp; Carrying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Source of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is produced by a body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Vibrating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Heavy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Source of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is produced by a body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Vibrating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Heavy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Every sound comes from a vibrating object; the moment the vibration stops, the sound stops as well.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substance through which sound travels from its source to our ears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Vacuum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Medium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Echo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substance through which sound travels from its source to our ears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Vacuum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Medium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Echo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needs a material — a solid, liquid or gas — to travel through. This material is called the medium.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Vacuum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cannot travel through a vacuum because a vacuum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Too much 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particles to carry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Very cold 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Bright light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Vacuum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cannot travel through a vacuum because a vacuum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Too much 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 particles to carry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Very cold 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Bright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vacuum is empty space with no particles, so there is nothing to pass the vibrations along — hence no sound.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The voice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Human sound is produced by the vibration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Teeth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Vocal cords in the larynx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Tongue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The voice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Human sound is produced by the vibration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Teeth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Vocal cords in the larynx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Tongue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Air from the lungs makes the vocal cords in the larynx (voice box) vibrate, and the mouth shapes this into speech.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Speed of Sound, Noise and Its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Where sound travels fastest, and taming noise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Fast Sound Travels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Fastest in solids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tightly-packed particles of a solid pass the vibration on quickest.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Slower in liquids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a liquid the particles are a little farther apart, so sound is slower.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Slowest in gases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a gas such as air the particles are far apart, so sound travels slowest.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An old trick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ear on a railway track hears a train through the steel before the air.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WHY THE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Speed Depends on the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Closely packed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In solids the particles are tightly packed and pass vibrations on at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little apart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In liquids the particles are farther apart, so it takes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Far apart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In gases the particles are very far apart, slowing the sound most.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Compare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So the same sound reaches us fastest through a solid, slowest through air.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PLEASANT VS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Pleasant Sound and Noise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Pleasant sound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soft, regular, tuneful sound — like music — is pleasant to hear.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Noise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loud, harsh, unwanted sound — like a blaring horn — is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It depends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same sound can please one person and disturb another.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Too loud harms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Any sound that is too loud becomes harmful to the ears.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SOURCES OF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Noise Comes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Vehicle horns and engines on busy roads.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loud music at functions and festivals.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Crackers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Firecrackers make sudden, very loud bangs.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Machines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Factory machines, generators and construction work.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NOISE POLLUTION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Noise Pollution?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Unwanted, loud and continuous sound that disturbs us and harms our health is called noise pollution.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 real form of pollution, like air or water pollution.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worst in crowded cities and near busy roads.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builds up from many everyday sources together.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HARMFUL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Noise Harms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Hearing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loud noise can damage the ears and dull our hearing.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Poor sleep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Continuous noise disturbs rest and sleep.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causes headaches, tiredness and irritation.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Poor focus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makes it hard to study, read or concentrate.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Reducing Noise Pollution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Avoid needless horns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Do not blow vehicle horns unnecessarily, especially near hospitals and schools.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Lower the volume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Keep the TV, radio and loudspeakers at a reasonable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Maintain vehicles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Well-serviced engines and silencers run more quietly.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Plan wisely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Keep noisy factories and stations away from homes, and plant trees to absorb sound.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OUR 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We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Silence zones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Respect no-horn zones near hospitals and schools.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Speak softly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Keep our own voices and music down indoors.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Say no to crackers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Enjoy festivals with fewer, quieter crackers.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Grow trees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Trees around homes and roads soak up a lot of noise.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LOUD &amp; 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Loud and Soft Sounds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bigger hit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Strike a drum harder and it sounds louder.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gentle touch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Tap it softly and the sound is faint.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More energy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louder sound simply carries more energy.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Fades with distance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Even a loud sound grows softer far away.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SAFE 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Keeping Our Ears Safe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Avoid very loud sound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Stay away from blaring speakers and loud crackers.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Turn volume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Keep earphones and music at a gentle level.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Cover your 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Block your ears near a sudden very loud noise.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Rest in quiet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 your ears quiet time to recover.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Production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sound comes from vibrations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Propagation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travels as a wave through a medium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Medium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solid, liquid or gas; none in a vacuum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Speed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fastest in solids, slowest in gases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Noise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loud, harsh, unwanted sound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Control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fewer horns, lower volume, upkeep, trees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Speed &amp;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Fastest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fastest through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Vacuum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Fastest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fastest through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Solid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Vacuum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closely-packed particles of a solid pass vibrations along quickest, so sound travels fastest in solids.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Slowest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Of these, sound travels slowest through: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Wood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Slowest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Of these, sound travels slowest through: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Wood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Air is a gas, whose particles are far apart, so sound travels slowest through it compared with liquids and solids.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Noise pollution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Continuous, loud, unwanted sound that harms our health is called: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Music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echo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Noise pollution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vibration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Noise pollution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Continuous, loud, unwanted sound that harms our health is called: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Music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An echo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Noise pollution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vibration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Loud, harsh sound that goes on and on and damages health is noise pollution — a real form of pollution.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helps to reduce noise pollution?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Blowing horns often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Playing music at full volume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Planting trees along roads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Running unserviced engines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helps to reduce noise pollution?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Blowing horns often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Playing music at full volume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Planting trees along roads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Running unserviced engines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Trees absorb and block a lot of sound, so a green belt along roads helps reduce noise pollution.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World of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Every sound is a vibration set travelling through a medium — knowing how it works helps us enjoy music and keep noise in check.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