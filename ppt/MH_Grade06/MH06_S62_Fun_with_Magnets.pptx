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magnet attracts iron, nickel and cobalt (magnetic materials) but not wood, plastic or copper (non-magnetic).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magnet attracts only magnetic materials, so it can be used to sort them out of a mixture (e.g. iron from sand).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magnet has an N and an S pole, strongest at the ends. A free magnet aligns N–S; poles cannot be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Laws of magnetism: like poles repel, unlike attract. Repulsion is the only sure test of magnetism. Introduce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stroking (single-touch) method: repeatedly stroke the iron in one direction with one pole, lifting away between strokes.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Care: store in pairs with keepers, avoid heat/shock. Uses: from the compass and fridge doors to electromagnets in bells, cranes and MRI.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magnetic materials, poles, the laws, making a magnet and caring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6 • GENERAL SCIENCE •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Fun with 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Magnetic materials  •  Poles of a magnet  •  Laws of magnetism  •  Making and using magnets</a:t>
            </a:r>
          </a:p>
        </p:txBody>
      </p:sp>
      <p:pic>
        <p:nvPicPr>
          <p:cNvPr id="7" name="Picture 6" descr="mh6_mg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magnetic materials from non-magnetic 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two poles of a magnet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laws of magnetism (attraction and repulsion)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a free magnet points north–south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a magnet by the stroking 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uses and the proper care of magnets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Magnets, Materials and Poles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magnets attract, and their two poles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Magnets and Magnetic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magnet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magnet is an object that attracts iron and a few other materials.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Natural &amp; artificial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Lodestone is a natural magnet; the bar and horseshoe magnets we use are artificial.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Magnetic materials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Iron, nickel and cobalt are attracted by a magnet — they are magnetic materials.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Non-magnetic materials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Wood, plastic, paper and copper are not attracted — they are non-magnetic.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vs Non-Magnetic</a:t>
            </a:r>
          </a:p>
        </p:txBody>
      </p:sp>
      <p:pic>
        <p:nvPicPr>
          <p:cNvPr id="6" name="Picture 5" descr="mh6_mg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377439"/>
            <a:ext cx="512064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2669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magnet picks out the magnetic materials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What sticks and what does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Bring a magnet near a mixed heap of small objects.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Iron nails, steel pins and nickel coins jump to the magnet.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Plastic, wood and copper pieces are left behind.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This simple test sorts magnetic from non-magnetic materials.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Poles of a Magnet</a:t>
            </a:r>
          </a:p>
        </p:txBody>
      </p:sp>
      <p:pic>
        <p:nvPicPr>
          <p:cNvPr id="6" name="Picture 5" descr="mh6_mg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Two poles, strongest at the 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North &amp;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Every magnet has two poles — north (N) and south (S).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pull of a magnet is strongest at its poles.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freely hung magnet always rests pointing north–south.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Break a magnet in two and each piece still has both poles.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Materials &amp;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Magnetic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magnetic material?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Magnetic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magnetic material?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Iron (like nickel and cobalt) is attracted by a magnet, so it is a magnetic material; copper, plastic and wood are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Strongest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pull of a bar magnet is strongest at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Top 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Flat sides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Strongest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pull of a bar magnet is strongest at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Top 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Flat sides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magnet's force is strongest at its poles — the two ends — where iron filings cluster most thickly.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Free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 magnet hung so that it can turn freely finally comes to rest pointing: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East–west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North–south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any random 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Free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 magnet hung so that it can turn freely finally comes to rest pointing: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East–west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North–south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any random 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freely suspended magnet always settles pointing north–south — the very property used in a compass.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Breaking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a bar magnet is broken into two pieces, each piece will have: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 south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a north and a south pole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poles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Breaking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a bar magnet is broken into two pieces, each piece will have: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a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a south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Both a north and a south pole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poles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Poles never exist alone. Break a magnet and each new piece becomes a complete magnet with both an N and an S pole.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Laws, Making, Care and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poles behave, and putting magnets to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Laws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Like poles repel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Two north poles, or two south poles, brought together push each other apart.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Unlike poles attract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north pole and a south pole pull towards each 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Test for a magnet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Only repulsion is a sure test that both objects are magnets.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Magnetic field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space around a magnet where its force acts is its magnetic field.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MAKING A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Making a Magnet by Stroking</a:t>
            </a:r>
          </a:p>
        </p:txBody>
      </p:sp>
      <p:pic>
        <p:nvPicPr>
          <p:cNvPr id="6" name="Picture 5" descr="mh6_mg_m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377439"/>
            <a:ext cx="493776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2669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Stroke the same way, again and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single-touch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Lay an iron bar flat on the table.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Stroke it with one pole of a magnet, always the same way.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Lift the magnet at the end of each stroke and start again.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After many strokes the iron bar becomes a magnet.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CARE &amp;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Caring for Magnets and Their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Store in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Keep bar magnets in pairs with unlike poles together and soft-iron keepers across the 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Handle gently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Do not heat, hammer or drop a magnet — it loses its magnetism.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Everyday 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Compass, fridge and cupboard doors, pencil boxes and pin holders use magnets.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e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machines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Electromagnets work in electric bells, cranes, loudspeakers and MRI machines.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Magnetic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iron, nickel, cobalt are attracted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 magnet has N and S; strongest there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rests pointing north–south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like poles repel, unlike attract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Making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stroke iron one way, again and again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store in pairs; no heat, hammering or dropping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Laws, Making &amp;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Like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the north poles of two magnets are brought close together,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Join firmly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Like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the north poles of two magnets are brought close together,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Join firmly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Like poles repel. Two north poles (or two south poles) push each other away; only unlike poles attract.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only sure test that a bar of iron is really a magnet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Attraction of the 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Repulsion between two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weight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only sure test that a bar of iron is really a magnet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Attraction of the 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Repulsion between two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weight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magnet attracts plain iron too, so attraction is not proof. Only repulsion shows that both objects are magnets.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Stroking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stroking method of making a magnet, the iron bar should be stroked: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Back and forth quickly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one direction, again and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 both poles at once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Stroking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stroking method of making a magnet, the iron bar should be stroked: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Back and forth quickly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one direction, again and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With both poles at once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magnet is stroked along the bar in the same direction repeatedly, lifting it away between strokes, until the bar becomes magnetised.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Losing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magnet is likely to lose its magnetism if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Stored with a keeper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Kept away from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Heated or hammered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Kept in a pair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Losing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magnet is likely to lose its magnetism if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Stored with a keeper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Kept away from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Heated or hammered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Kept in a pair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Strong heating, hammering or dropping disturbs a magnet and makes it lose its magnetism, so magnets must be handled gently.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Magic of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Magnets attract, point the way and drive our machines — a little care keeps their invisible force working for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