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magnet attracts iron. Tell the story of lodestone (natural magnet) and note that our everyday magnets are artificial.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common magnet shapes — bar, horseshoe, ring and needle — and where each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Magnetic materials (iron, nickel, cobalt) are attracted; non-magnetic ones (wood, plastic, copper) are not. A magnet can separate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two groups with clear examples, and note the practical use of magnets to separate iron scrap.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magnet has an N and an S pole, strongest at the ends. Poles cannot be separated — breaking gives two smaller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Poles always exist in pairs — breaking a magnet never isolates a single pole, it just makes more complete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directive property: a freely suspended magnet always aligns north–south. This defines which end is the north pole.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compass puts the directive property to work — a free needle points north, guiding travellers for centuries.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magnetic field as the region of influence around a magnet, revealed by iron filings and strongest at the poles.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Gather the key properties of a magnet into one summary card set before the first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laws of magnetism clearly: like poles repel, unlike poles attract — the basis of everything magnets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subtle but important point: attraction can be caused by ordinary iron, so only mutual repulsion is a sure test that both bars are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stroking (single-touch) method: repeatedly stroke the iron in one direction with one pole, lifting away between strokes.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stroking, magnets can be made electrically. Note the difference between temporary (soft iron) and permanent (steel)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Magnets lose strength through heat, hammering, dropping and careless storage — which motivates the care rules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Proper care: store bar magnets in pairs with keepers across the poles, and avoid heat, shock and dropping.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up the uses of magnets — everyday, in machines, for sorting scrap, and in cards and data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electromagnet: a temporary magnet made by a current in a coil around iron, whose big advantage is that it can be switched on and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electromagnets are used — bells, cranes, loudspeakers and MRI machines — all relying on being switchable.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Part 2 by placing magnets in the wider modern world — data, motors, medicine, navigation and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magnetic materials, poles, the field, the laws, making a magnet and caring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Fun with Magnets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Magnetic materials  •  Poles of a magnet  •  Laws of magnetism  •  Making, caring for and using magnets</a:t>
            </a:r>
          </a:p>
        </p:txBody>
      </p:sp>
      <p:pic>
        <p:nvPicPr>
          <p:cNvPr id="7" name="Picture 6" descr="mh6_mg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magnetic materials from non-magnetic 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two poles of a magnet and the magnetic field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of magnetism (attraction and repulsion)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that a free magnet points north–south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a magnet by the stroking 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uses and the proper care of magnets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Magnets, Materials and Poles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magnets attract, their poles and their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Magnet?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Attracts iron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magnet is an object that attracts iron and a few other materials.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discovery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Long ago, a natural stone called lodestone (magnetite) was found to attract iron.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natural magnet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Lodestone is a natural magnet found in the Earth.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Artificial magnets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bar and horseshoe magnets we use are made by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Magnets Come in Many Shapes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Bar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straight rectangular bar — the one we use most in class.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Horseshoe / 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Bent into a U so both poles face the same way and pull harder.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Ring magnet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round magnet with a hole, used in many gadgets.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needle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slim magnet that can swing freely, as in a compass.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vs Non-Magnetic Materials</a:t>
            </a:r>
          </a:p>
        </p:txBody>
      </p:sp>
      <p:pic>
        <p:nvPicPr>
          <p:cNvPr id="6" name="Picture 5" descr="mh6_mg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377439"/>
            <a:ext cx="512064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26694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magnet picks out the magnetic materials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What sticks and what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Some materials are pulled by a magnet; many are not.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Magnetic: iron, nickel and cobalt are attracted.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Non-magnetic: wood, plastic, paper and copper are not.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magnet can sort magnetic things out of a mixture.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TWO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Sorting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materials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Iron, steel, nickel and cobalt — attracted by a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Non-magnetic 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Wood, plastic, paper, glass, copper and aluminium — not attracted.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 useful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Bring a magnet near an object to check which group it is 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Sorting scrap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Big magnets pull iron out of mixed scrap and rubbish.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Poles of a Magnet</a:t>
            </a:r>
          </a:p>
        </p:txBody>
      </p:sp>
      <p:pic>
        <p:nvPicPr>
          <p:cNvPr id="6" name="Picture 5" descr="mh6_mg_p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Two poles, strongest at the ends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North &amp; south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 magnet has two poles — north (N) and south (S).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pull of a magnet is strongest at its poles.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Iron filings cluster most thickly at the two ends.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Break a magnet in two and each piece still has both poles.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POLES COME IN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You Cannot Get a Single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Every magnet always has two poles. If you break a bar magnet, each piece becomes a full magnet with its own N and S pole.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Cut it again, and every new piece still has both poles.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There is no such thing as a lone north or south pole.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pull is always strongest at these two poles.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DIRECTIVE PROPERTY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 Free Magnet Points North–South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Hang it freely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Suspend a bar magnet by a thread so it can turn.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It settles N–S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always comes to rest pointing north–south.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Same every time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Turn it and let go — it swings back to north–south.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north pole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end that points north is called the north pole.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FINDING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Magnetic Compass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 tiny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compass is a small magnetic needle that turns freely.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Points north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coloured end always settles pointing north.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Ancient 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Sailors and travellers have used it for centuries.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Still 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Hikers, ships and planes use compasses even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MAGNETIC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Magnetic Field</a:t>
            </a:r>
          </a:p>
        </p:txBody>
      </p:sp>
      <p:pic>
        <p:nvPicPr>
          <p:cNvPr id="6" name="Picture 5" descr="mh6_mg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Iron filings reveal the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An invisible region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space around a magnet where its force acts is the magnetic field.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Iron filings near a magnet line up along curved paths.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These paths show the invisible field around the magnet.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field is strongest close to the poles.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Main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Attracts 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pulls iron, nickel and cobalt towards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Has two poles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Every magnet has a north and a south pole.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Strongest at poles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pulling force is greatest at the two ends.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Points north–south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free magnet always settles pointing north–south.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Materials &amp; Poles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Magnetic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magnetic material?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Magnetic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magnetic material?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Iron (like nickel and cobalt) is attracted by a magnet, so it is a magnetic material; copper, plastic and wood are not.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Strongest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pull of a bar magnet is strongest at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Top 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Flat sides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Strongest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pull of a bar magnet is strongest at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Top 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Flat sides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magnet's force is strongest at its poles — the two ends — where iron filings cluster most thickly.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Free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hung so that it can turn freely finally comes to rest pointing: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East–west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North–south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any random way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Free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hung so that it can turn freely finally comes to rest pointing: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East–west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North–south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any random 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freely suspended magnet always settles pointing north–south — the very property used in a compass.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Breaking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bar magnet is broken into two pieces, each piece will have: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 south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a north and a south pole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poles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Breaking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bar magnet is broken into two pieces, each piece will have: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a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a south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Both a north and a south pole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poles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Poles never exist alone. Break a magnet and each new piece becomes a complete magnet with both an N and an S pole.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Laws, Making, Care and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poles behave, and putting magnets to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Laws of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Like poles repel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Two north poles, or two south poles, brought together push each other apart.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Unlike poles attract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north pole and a south pole pull towards each other.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Try it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Bring two bar magnets close in different ways to feel both.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basic rule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This push-and-pull is the fundamental law of magnets.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SURE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Repulsion is the Real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magnet attracts plain iron too, so attraction alone is not proof. Only repulsion proves that both objects are magnets.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two bars attract, one of them might just be iron.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two bars repel, both must certainly be magnets.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repulsion is the sure test of magnetism.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MAKING A 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Making a Magnet by Stroking</a:t>
            </a:r>
          </a:p>
        </p:txBody>
      </p:sp>
      <p:pic>
        <p:nvPicPr>
          <p:cNvPr id="6" name="Picture 5" descr="mh6_mg_m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377439"/>
            <a:ext cx="493776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2669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Stroke the same way, again and again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single-touch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Lay an iron bar flat on the table.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Stroke it with one pole of a magnet, always the same way.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Lift the magnet at the end of each stroke and start again.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After many strokes the iron bar becomes a magnet.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OTHER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Other Ways to Make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By stroking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Rubbing with a magnet, as we just saw — a simple method.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By electricity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current in a coil of wire around iron makes an electromagnet.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Temporary or permanent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Soft iron makes a temporary magnet; steel keeps its magnetism.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Losing it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magnet can also lose its magnetism if treated roughly.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LOSING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Magnet Loses its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Strong heat disturbs a magnet and weakens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Hammering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Repeated hammering or banging destroys magnetism.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Dropping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Dropping a magnet hard can leave it much weaker.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Careless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Storing magnets wrongly slowly weakens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CARE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Caring for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Store in pairs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Keep two bar magnets together with unlike poles side by 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Use keepers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Place soft-iron pieces (keepers) across the 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Handle gently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Do not heat, hammer or drop a magnet.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Keep them apart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Store away from devices that magnets could harm.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Magnets at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Compass, fridge and cupboard doors, pencil boxes, pin holders.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machines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Electric bells, cranes, loudspeakers and MRI machines.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Big magnets lift and drop heavy iron scrap in junkyards.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Data &amp; cards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strip on an ATM or metro card is magnetic.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Electromagnet — a Magnet from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Current in a coil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current in a coil of wire makes a magnetic field.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An iron core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Winding the coil on soft iron makes it much stronger.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Only when 'on'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is magnetic only while the current 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Switchable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can be switched on and off — its great advantage.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ELECTROMAGNET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Electromagnets at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makes the hammer strike the gong.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Cranes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Powerful electromagnets lift and drop heavy iron scrap.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They turn electrical signals into the sound we hear.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MRI machines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Huge electromagnets help doctors see inside the body.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MODERN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Magnets in Our Modern World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From the compass that guides travellers to the machines in our homes and hospitals, magnets quietly serve us everywhere.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store data on cards and in computers.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run motors in fans, mixers and toys.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help doctors, sailors, builders and engineers.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Magnetic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iron, nickel, cobalt are attracted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 magnet has N and S; strongest there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magnet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rests pointing north–south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like poles repel, unlike attract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Making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stroke iron one way, again and again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store in pairs; no heat, hammering or dropping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Laws, Making &amp;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Like poles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the north poles of two magnets are brought close together,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 nothing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Join firmly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Like poles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the north poles of two magnets are brought close together,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 nothing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Join firmly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Like poles repel. Two north poles (or two south poles) push each other away; only unlike poles attract.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Sure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only sure test that a bar of iron is really a magnet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Attraction of the ends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Repulsion between two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weight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Sure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only sure test that a bar of iron is really a magnet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Attraction of the ends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Repulsion between two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weight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magnet attracts plain iron too, so attraction is not proof. Only repulsion shows that both objects are magnets.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stroking method of making a magnet, the iron bar should be stroked: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Back and forth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one direction, again and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 both poles at once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stroking method of making a magnet, the iron bar should be stroked: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Back and forth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one direction, again and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 both poles at 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magnet is stroked along the bar in the same direction repeatedly, lifting it away between strokes, until the bar becomes magnetised.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Losing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magnet is likely to lose its magnetism if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Stored with a 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Kept away from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Heated or hammered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Kept in a pair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Losing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magnet is likely to lose its magnetism if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Stored with a 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Kept away from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Heated or hammered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Kept in a pair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Strong heating, hammering or dropping disturbs a magnet and makes it lose its magnetism, so magnets must be handled gently.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Magic of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Magnets attract, point the way and drive our machines — a little care keeps their invisible force working for 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