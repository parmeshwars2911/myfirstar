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Luminous objects make their own light; non-luminous ones only reflect it. The Moon is the classic non-luminous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material types by how much light they let through. The link to shadows: only opaque objects cast a clear shadow.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rectilinear propagation — the straight-line travel of light is the reason opaque objects cast shadows.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shadow needs a light source, an opaque object and a screen. The blocked region behind the object is the shadow.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Shadows are colourless outlines on the far side of the object; the size depends on the distances involved.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Sun's changing height changes the length and direction of shadows — long when the Sun is low, short at 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light sources, the three material types and how shadows form and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Light and the Formation of Shadows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Luminous objects  •  Transparent, translucent, opaque  •  Straight-line light  •  Shadows</a:t>
            </a:r>
          </a:p>
        </p:txBody>
      </p:sp>
      <p:pic>
        <p:nvPicPr>
          <p:cNvPr id="7" name="Picture 6" descr="mh6_li_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luminous objects from non-luminous 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Classify materials as transparent, translucent or opaque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light travels in straight 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shadow is formed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what is needed to form a shadow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shadows change length through the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Light and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Sources of light and how materials treat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Luminous and Non-Luminous Objects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Luminous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Objects that give out their own light are luminous — the Sun, a star, a burning candle, a bulb.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Non-luminous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Objects that do not make their own light are non-luminous — the Moon, a book, a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We see by light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see non-luminous things only when light from a source falls on them and reaches our eyes.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The Moon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Moon shines only because it reflects the Sun's light — it is non-luminous.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Transparent, Translucent, Opaque</a:t>
            </a:r>
          </a:p>
        </p:txBody>
      </p:sp>
      <p:pic>
        <p:nvPicPr>
          <p:cNvPr id="6" name="Picture 5" descr="mh6_li_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468880"/>
            <a:ext cx="51206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17550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Full, partial or no light through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How much light passes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Transparent materials let light pass fully — clear glass, water.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Translucent materials let light pass partly — frosted glass, oiled paper.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Opaque materials do not let light pass — wood, metal, a book.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Only opaque objects can cast a clear shadow.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Light Travels in Straight Lines</a:t>
            </a:r>
          </a:p>
        </p:txBody>
      </p:sp>
      <p:pic>
        <p:nvPicPr>
          <p:cNvPr id="6" name="Picture 5" descr="mh6_li_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straight beam of light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Rectilinear propagation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Light travels in straight lines, called rays.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We see this in a sunbeam through a gap or in dusty air.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Because it goes straight, light cannot bend around a corner.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This straight-line travel is what lets shadows 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Light &amp;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luminous object?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page of a book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luminous object?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page of a 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burning candle gives out its own light, so it is luminous. The Moon and a mirror only reflect light.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material through which we can see clearly because light passes fully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shadow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material through which we can see clearly because light passes fully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Opaque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shadow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Transparent materials such as clear glass let light pass right through, so we can see clearly through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Frosted (ground) glass, which lets light pass only partly,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Frosted (ground) glass, which lets light pass only partly,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Transparent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Opaque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Luminous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Frosted glass lets some light through but we cannot see clearly through it — that makes it translucent.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Straight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Shadows can form because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curved paths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Around corners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at night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Straight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Shadows can form because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curved paths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Around corners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at night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light travels in straight lines, it cannot bend around an opaque object, so a shadow forms behind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Formation of Shadows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shadows form and why they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Shadow Forms</a:t>
            </a:r>
          </a:p>
        </p:txBody>
      </p:sp>
      <p:pic>
        <p:nvPicPr>
          <p:cNvPr id="6" name="Picture 5" descr="mh6_li_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Light blocked → shadow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Source • object •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shadow forms when an opaque object blocks the light.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 needs three things: a source, an opaque object and a screen.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screen is the surface on which the shadow falls.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Light cannot reach behind the object, so that part stays dark.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SHADOW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More About Shadows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Always dark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shadow is always black — it has no colour of its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Shape, not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shadow shows only the outline of an object, not its colour or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side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shadow always forms on the side away from the light 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Size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Moving the object nearer the light makes its shadow larger.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CHANGING 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Shadows Change Through the Day</a:t>
            </a:r>
          </a:p>
        </p:txBody>
      </p:sp>
      <p:pic>
        <p:nvPicPr>
          <p:cNvPr id="6" name="Picture 5" descr="mh6_li_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Sun's height sets the shadow length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Long or short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Sun appears to move across the sky during the day.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In the morning and evening the Sun is low, so shadows are long.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At noon the Sun is high overhead, so shadows are short.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direction of a shadow also changes as the Sun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Luminous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makes its own light — Sun, bulb, candle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Transparent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passes fully — clear glass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Translucent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passes partly — frosted glass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Opaque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blocked — casts a shadow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Shadow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needs source, opaque object and screen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Length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 when Sun is low, short at noon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forms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clear shadow is cast by an object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forms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clear shadow is cast by an object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Transparent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Translucent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Luminous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an opaque object blocks the light fully, so only an opaque object casts a clear, dark shadow.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Needed for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three things are needed to form a shadow?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mirror,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opaque object, screen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Water, air,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Sun, Moon, Earth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Needed for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three things are needed to form a shadow?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Source, mirror,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Source, opaque object, screen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Water, air,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Sun, Moon, Earth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shadow needs a source of light, an opaque object to block it, and a screen on which the shadow falls.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Colour of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colour of a shadow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Grey and coloured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Colour of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colour of a shadow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colour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Black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Grey and coloured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shadow is simply a region where light has been blocked, so it is always dark (black), whatever the object's colour.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Shortest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vertical pole casts its shortest shadow when the Sun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Rising at the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 in the evening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 overhead at noon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Below the horizon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Shortest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vertical pole casts its shortest shadow when the Sun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Rising at the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 in the evening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High overhead at noon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Below the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noon Sun is high overhead, its rays fall almost straight down, so the pole's shadow is at its shortest.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and Shadow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Because light travels straight and some things block it, we get shadows — long at dawn, short at noon, and always telling the shape of what stands in the 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