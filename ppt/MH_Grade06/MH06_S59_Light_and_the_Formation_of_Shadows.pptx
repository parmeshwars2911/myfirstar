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Luminous objects make their own light; non-luminous ones only reflect it. The Moon is the classic non-luminous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objects into luminous (natural/man-made) and non-luminous (natural/man-made) to sharpen the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Seeing needs light to travel from the object to the eye. No light, no sight — hence darkness in an unlit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material types by how much light they let through. Only opaque objects cast a clear shadow.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uses of each material type — clear glass, frosted glass, walls/curtains — chosen for how much light should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rectilinear propagation — light's straight-line travel is the reason opaque objects cast shadows.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classic evidence for rectilinear propagation: sunbeams, the three-card experiment, not seeing round corners, sharp shadow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 ray (the straight path of light) and a beam (a bundle of rays), and how we draw them — the language for the rest of optics.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light as a form of energy — essential for sight, for plants making food, and for solar electricity.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roles of light — seeing, plant food, solar power and signals — reinforcing that light is useful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shadow is the dark region left where an opaque object blocks straight-travelling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shadow needs exactly three things: a light source, an opaque object and a screen. Missing any one, and there is no shadow.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properties: a shadow is black, shows only the outline, forms on the far side, and matches the object's facing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Shadow size depends on the distances involved: closer to the light makes it bigger, closer to the screen makes it smaller and sharper.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Sun's changing height changes the length and direction of shadows — long when the Sun is low, short at 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 and useful shadows: the sundial, shadow play, eclipses as space-shadows, and using shadow direction to find your bearings.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pinhole camera is a lovely proof of straight-line light: rays cross at the hole, giving an inverted image on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hands-on activity: build a pinhole camera from a box, a pinhole and tracing paper, and observe the inverted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Familiar shadows — shade under a tree, building shadows, our own shadow, and the Earth's shadow in a lunar eclipse.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sundial turns the daily march of a shadow into a clock — a neat, historical application of shadows.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light sources, the three material types, how shadows form and change, and the pinhole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6 • GENERAL SCIENCE •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Light and the Formation of Shadows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Luminous objects  •  Transparent, translucent, opaque  •  Straight-line light  •  Shadows  •  The pinhole camera</a:t>
            </a:r>
          </a:p>
        </p:txBody>
      </p:sp>
      <p:pic>
        <p:nvPicPr>
          <p:cNvPr id="7" name="Picture 6" descr="mh6_li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luminous objects from non-luminous 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Classify materials as transparent, translucent or opaque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light travels in straight 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shadow is formed and what it needs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shadows change in size and length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See how straight-line light forms a pinhole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Light and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Sources of light and how materials treat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Luminous and Non-Luminous Objects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Luminous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Objects that give out their own light — the Sun, a star, a burning candle, a bulb.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Non-luminous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Objects that do not make their own light — the Moon, a book, a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We see by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We see non-luminous things only when light falls on them and bounces to our eyes.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 Moon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Moon shines only because it reflects the Sun's light — it is non-luminous.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Sorting Light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Luminous — natural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Sun and the other stars, and a firefly.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Luminous — man-made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bulb, a tube-light, a candle and a torch.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Non-luminous — natural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Moon, the planets, trees and rocks.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Non-luminous — man-made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mirror, a book, a wall and a car.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HOW WE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We Can See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We see a luminous object by the light it gives out, and a non-luminous object by the light it reflects into our eyes.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complete darkness we cannot see anything at all.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must leave an object and reach the eye.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That is why a dark room lights up the moment a bulb is switched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Transparent, Translucent, Opaque</a:t>
            </a:r>
          </a:p>
        </p:txBody>
      </p:sp>
      <p:pic>
        <p:nvPicPr>
          <p:cNvPr id="6" name="Picture 5" descr="mh6_li_m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468880"/>
            <a:ext cx="51206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17550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Full, partial or no light 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How much light passes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Transparent materials let light pass fully — clear glass, water.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Translucent materials let light pass partly — frosted glass, oiled paper.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Opaque materials do not let light pass — wood, metal, a book.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Only opaque objects can cast a clear, dark shadow.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MATERIALS IN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These Materials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rg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Transparent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Clear window glass and spectacles let us see through.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rg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Translucent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Frosted bathroom glass gives light but privacy.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Opaque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Walls, doors and curtains block light for shade and privacy.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Choosing wisely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pick a material for how much light we want through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Light Travels in Straight Lines</a:t>
            </a:r>
          </a:p>
        </p:txBody>
      </p:sp>
      <p:pic>
        <p:nvPicPr>
          <p:cNvPr id="6" name="Picture 5" descr="mh6_li_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straight beam of 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Rectilinear propagation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Light travels in straight lines, called rays.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We see this in a sunbeam through a gap or in dusty air.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Because it goes straight, light cannot bend around a corner.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This straight-line travel is what lets shadows 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We Know Light Goes Straight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sunbeam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ray through a window or through leaves is dead straight.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Line up the holes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You can see through three cards only when their holes are in a straight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Cannot see round corners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We cannot see what is behind a wall — light will not bend to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Sharp shadows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clean edge of a shadow shows light travelled straight to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RAYS &amp; BEAMS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Rays and Beams of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ray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ray is the straight path along which light travels.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beam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group of rays travelling together is a beam of 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Arrows show direction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In diagrams we draw a ray as a straight line with an arrow.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From the source out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Rays spread outward from the light source in straight 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LIGHT IS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Light is a Form of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Light is a form of energy that lets us see, and that plants use to make their food.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Our eyes need light to see the world around us.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Green plants use sunlight to prepare their food.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Solar panels turn light energy into electricity.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LIGHT IN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Light at Work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To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need light to read, walk and do our daily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For plants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Sunlight lets green leaves make food for all life.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Sunlight is caught by panels to make electricity.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Traffic lights and lamps guide and warn 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Light &amp;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Luminous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luminous object?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burning candle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page of a 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Luminous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luminous object?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burning candle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page of a 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burning candle gives out its own light, so it is luminous. The Moon and a mirror only reflect light.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Transparent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material through which we can see clearly because light passes fully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shadow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Transparent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material through which we can see clearly because light passes fully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Opaque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Translucent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shadow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Transparent materials such as clear glass let light pass right through, so we can see clearly through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Translucent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Frosted (ground) glass, which lets light pass only partly,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Translucent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Frosted (ground) glass, which lets light pass only partly,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Transparent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Opaque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Luminous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Frosted glass lets some light through but we cannot see clearly through it — that makes it translucent.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Straight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Shadows can form because light travels: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curved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Around corners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straight 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at night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Straight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Shadows can form because light travels: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curved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Around corners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straight 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at night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light travels in straight lines, it cannot bend around an opaque object, so a shadow forms behind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Formation of Shadows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shadows form, why they change, and the pinhole camera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Shadow Forms</a:t>
            </a:r>
          </a:p>
        </p:txBody>
      </p:sp>
      <p:pic>
        <p:nvPicPr>
          <p:cNvPr id="6" name="Picture 5" descr="mh6_li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An opaque object blocks the 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Light blocked → shadow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shadow forms when an opaque object blocks the light.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Light cannot bend around the object, so a dark patch is left.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dark patch appears on the far side of the object.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This dark patch is the shadow of the object.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THREE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 Shadow Needs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source of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There must be light — the Sun, a lamp or a torch.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An opaque object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Something that blocks the light must be in the 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screen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surface — a wall, the ground — for the shadow to fall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All three together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Remove any one and the shadow disappears.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SHADOW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Properties of a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Always dark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shadow is always black — it has no colour of its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Only the outline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shows just the shape of the object, not its colour or detail.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On the far 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always forms on the side away from the light.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shadow has the same outline as the object facing the light.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SIZE OF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a Shadow Changes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Nearer the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Move the object closer to the lamp and its shadow grows larger.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Nearer the screen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Move it closer to the wall and the shadow shrinks and sharpens.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Distance decides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size depends on the distances between light, object and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Hand shadows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This is why hand-shadow figures grow huge near a torch.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CHANGING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Shadows Change Through the Day</a:t>
            </a:r>
          </a:p>
        </p:txBody>
      </p:sp>
      <p:pic>
        <p:nvPicPr>
          <p:cNvPr id="6" name="Picture 5" descr="mh6_li_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Sun's height sets the shadow length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Long or short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Sun appears to move across the sky during the day.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In the morning and evening the Sun is low, so shadows are long.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At noon the Sun is high overhead, so shadows are short.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direction of a shadow also changes as the Sun moves.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SHADOW FUN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Shadows at Work and 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sundial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old clock that tells time from the Sun's moving shadow.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Shadow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Hand and puppet shadows entertain us on a lit screen.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Eclipses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Even eclipses are giant shadows cast in space.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Finding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shadow's direction hints at where the Sun, and so the east and west, lie.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PINHOLE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Straight-Line Light Makes an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Because light travels in straight lines, a tiny pinhole can form an upside-down image of a bright object on a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Rays from the top of the object cross to the bottom of the image.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Rays from the bottom cross to the top — so the image is inverted.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pinhole camera is a simple box that shows this effect.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MAKE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Simple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closed box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Take a box with a tiny pinhole on one 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screen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Replace the opposite side with tracing (butter) paper.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Point at a bright object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Aim the pinhole at a bright window or lamp.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See the image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small, upside-down image appears on the paper.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SHADOWS AROUND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Shadows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Under a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tree's shadow gives cool shade on a sunny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Buildings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Tall buildings throw long shadows across a street.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Our own shadow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walks with us, changing length through the day.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Shadow of the Earth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Even a lunar eclipse is the Earth's shadow on the Moon.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SUNDIAL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Telling Time by a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Because a shadow moves in a steady way as the Sun crosses the sky, it can be used to tell the time — this is a sundial.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rod casts a shadow onto a marked dial.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 the Sun moves, the shadow sweeps across the marks.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position of the shadow shows the hour of the day.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Luminous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makes its own light — Sun, bulb, candle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Transparent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passes fully — clear glass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Translucent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passes partly — frosted glass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Opaque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blocked — casts a shadow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Shadow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needs source, opaque object and screen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Pinhole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straight-line light → inverted image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forms a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clear shadow is cast by an object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forms a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clear shadow is cast by an object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Transparent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Translucent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Luminous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Only an opaque object blocks the light fully, so only an opaque object casts a clear, dark shadow.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Needed for a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three things are needed to form a shadow?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mirror,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opaque object,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Water, air,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Sun, Moon, Earth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Needed for a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three things are needed to form a shadow?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Source, mirror,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Source, opaque object,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Water, air,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Sun, Moon, Earth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shadow needs a source of light, an opaque object to block it, and a screen on which the shadow falls.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Pinhole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pinhole camera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right way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Upside down (inverted)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 brightly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than life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Pinhole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pinhole camera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right way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Upside down (inverted)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Coloured brightly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Larger than life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Straight rays from the object cross over at the pinhole, so the top goes to the bottom — the image is inverted.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Shortest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vertical pole casts its shortest shadow when the Sun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Rising at the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 in the evening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 overhead at noon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Below the horizon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Shortest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vertical pole casts its shortest shadow when the Sun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Rising at the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 in the evening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 overhead at noon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Below the horizon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the noon Sun is high overhead, its rays fall almost straight down, so the pole's shadow is at its shortest.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Light and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Because light travels straight and some things block it, we get shadows — long at dawn, short at noon, and always telling the shape of what stands in the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