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scale of the universe — everything that exists, vast beyond imagining, with Earth a tiny part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Inventory of the universe: stars, planets and moons, galaxies, and the gas-and-dust clouds that form new stars.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light year as the unit of astronomical distance — the distance light travels in one year — because ordinary units are far too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galaxy is a gravitationally bound island of countless stars; the universe holds billions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galaxy shapes — spiral, elliptical, barred spiral and irregular — using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ourselves: the Sun sits in the Milky Way, a spiral galaxy of hundreds of billions of stars, with Andromeda as its nearest neighbour.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Nebulae are the birthplaces of stars — a real NASA image gives a sense of their scale and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star birth step by step: nebula → gravity gathers gas → it heats → it shines. A gentle first look at stellar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star types from the chapter — Sun-like, red giant, binary and variable — to show stars are not all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tools of astronomy — the naked eye, telescopes, observatories and space missions — that let us study the universe.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star is a glowing ball of gas. The Sun is the nearest star and looks huge only because it is so close; it sustains life on Earth.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 is a medium star at the centre of our system, the source of the light and heat that make life on Earth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solar system = the Sun plus all that orbits it, held together by the Sun's gravity.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eight planets in order and give a mnemonic. Stress that each moves in its own fixed orbit around the 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inner planets are small and rocky. Give each a memorable tag — closest, hottest, home, red planet.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outer planets are giants. Tag each — largest, ringed, tilted, farthest.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out the solar-system family: moons, asteroids, comets and meteors, with a familiar example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constellation is a memorable star pattern used to navigate the sky — name a couple visible from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why the Earth is special among the planets — right temperature, air, water and life — and worth protecting.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an inspiring note: space exploration by rockets and satellites, and India's own achievements through ISRO.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from the universe down through galaxies, stars and the solar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6 • GENERAL SCIENCE • ASTRONOMY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The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universe  •  Galaxies  •  Stars and the Sun  •  Our solar system  •  Other heavenly bodies</a:t>
            </a:r>
          </a:p>
        </p:txBody>
      </p:sp>
      <p:pic>
        <p:nvPicPr>
          <p:cNvPr id="7" name="Picture 6" descr="mh7_milky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what the universe contains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 galaxy is and name its shapes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stars, their types and where they are born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the Sun as our nearest star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members of the solar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the eight planets in order from the Sun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Universe and Galaxies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Everything there is, and the great islands of stars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Universe</a:t>
            </a:r>
          </a:p>
        </p:txBody>
      </p:sp>
      <p:pic>
        <p:nvPicPr>
          <p:cNvPr id="6" name="Picture 5" descr="mh7_milky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Milky Way arching over Earth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Everything there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universe is everything that exists — all of space and all it holds.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It contains countless stars, planets, gas and dust.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It is unimaginably huge and still being explored.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Our Earth is a tiny part of this vast universe.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WHAT IT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the Universe Contains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Stars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Countless glowing balls of hot gas, like our Sun.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Planets &amp; moons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Worlds that orbit stars, and moons that orbit planets.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Galaxies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Enormous groups of stars, spread across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Gas and dust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Vast clouds from which new stars are born.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LIGHT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Huge Distances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Distances in the universe are so vast that we measure them in light years — the distance light travels in one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is the fastest thing there is.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whole year it covers an enormous distance — one light year.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Even the nearest stars are several light years 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GALAXIES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Galaxies</a:t>
            </a:r>
          </a:p>
        </p:txBody>
      </p:sp>
      <p:pic>
        <p:nvPicPr>
          <p:cNvPr id="6" name="Picture 5" descr="mh7_gala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spiral galaxy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Islands of stars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galaxy is a group of countless stars and their planetary systems.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Gravity holds all the stars, gas and dust together.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There are billions of galaxies in the universe.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Each galaxy is like a giant island of stars in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GALAXY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Shapes of Galaxies</a:t>
            </a:r>
          </a:p>
        </p:txBody>
      </p:sp>
      <p:pic>
        <p:nvPicPr>
          <p:cNvPr id="6" name="Picture 5" descr="mh6_un_g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560320"/>
            <a:ext cx="53035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0840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Galaxies come in different shapes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Spiral • elliptical • irregular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Galaxies are seen in several shapes.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Spiral: a bright centre with curving arms.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Elliptical: a smooth oval or ball of stars.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Barred spiral and irregular are the other shapes.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OUR GALAXY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Milky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Our home galaxy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Our Sun and its planets lie in the Milky Way galaxy.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spiral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Milky Way is a huge spiral galaxy.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Countless stars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contains hundreds of billions of stars.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Nearest neighbour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Andromeda is the galaxy nearest to our Milky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NEBULA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Nebulae — Where Stars are Born</a:t>
            </a:r>
          </a:p>
        </p:txBody>
      </p:sp>
      <p:pic>
        <p:nvPicPr>
          <p:cNvPr id="6" name="Picture 5" descr="mh7_neb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star-forming nebula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Clouds of gas &amp; dust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nebula is a vast cloud of gas and dust in space.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Under gravity, parts of it clump together and heat up.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hot and dense enough, a new star begins to shine.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huge nebulae are the birthplaces of stars.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BIRTH OF A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Star is Born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giant cloud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begins in a huge nebula of gas and dust.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Gravity pulls in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Gravity draws the gas together into a dense clump.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It heats up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As it shrinks, the clump grows hotter and hotter.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star shines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When hot enough, it starts to glow — a new star is born.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TYPES OF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Stars Come in Different Kinds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Sun-like stars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Medium stars that shine steadily, like our own Sun.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Red giants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Huge, cooler stars that glow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Binary stars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stars that circle around each other.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Variable stars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Stars whose brightness keeps changing.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STUDYING THE 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We Study the Universe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naked 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On a clear dark night we can see stars, planets and the Moon.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Telescopes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gather more light to show faint, far-off objects.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Observatories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Giant telescopes on hills study the sky night after night.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Space missions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Satellites and probes explore beyond the Earth.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Universe &amp; Galaxies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light year is a unit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Brightness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light year is a unit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Brightness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light year is the distance that light travels in one year — a handy way to measure the huge gaps between stars.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galaxy is best described as a huge group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planets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Countless stars held together by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and 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Comets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galaxy is best described as a huge group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planets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Countless stars held together by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and 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Comets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galaxy is an enormous collection of stars, along with gas and dust, all bound together by gravity.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Our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galaxy in which our Sun lies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Andromeda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Milky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Our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galaxy in which our Sun lies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Andromeda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Milky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Solar 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Our Sun is just one of the countless stars that make up the Milky Way galaxy; Andromeda is our nearest neighbouring galaxy.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Birthplace of stars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New stars are born inside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Nebula (cloud of gas and dust)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Birthplace of stars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New stars are born inside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Nebula (cloud of gas and dust)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Stars form when parts of a nebula — a huge cloud of gas and dust — collapse under gravity and grow hot enough to shine.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Stars, the Sun and the 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Our own star and its family of worlds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STARS &amp; 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Stars and the Sun</a:t>
            </a:r>
          </a:p>
        </p:txBody>
      </p:sp>
      <p:pic>
        <p:nvPicPr>
          <p:cNvPr id="6" name="Picture 5" descr="mh6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420624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4982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Sun — a star seen close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Our nearest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star is a huge ball of hot, glowing gas.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 is our nearest star — that is why it looks so big.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Stars differ in size, brightness and colour.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 gives the Earth the light and heat that support life.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More About the Sun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medium star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Sun is a medium-sized, Sun-like star.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Gives light &amp; heat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pours out the light and heat that warm the Earth.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centre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All the planets move around the Sun.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Supports life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Without the Sun there would be no life on Earth.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SOLAR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Our Solar System</a:t>
            </a:r>
          </a:p>
        </p:txBody>
      </p:sp>
      <p:pic>
        <p:nvPicPr>
          <p:cNvPr id="6" name="Picture 5" descr="mh6_un_s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560320"/>
            <a:ext cx="53035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0840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Sun and its eight planets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The Sun's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solar system is the Sun and everything that orbits it.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Eight planets travel around the Sun in fixed paths.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Moons, asteroids and comets are also part of it.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Sun's gravity holds the whole system together.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PLANETS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Eight Planets in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Nearest four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Mercury, Venus, Earth and Mars are closest to the Sun.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Farthest four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Jupiter, Saturn, Uranus and Neptune are far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Fixed paths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Each planet moves around the Sun in its own path, called an orbit.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memory phrase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Try: 'My Very Easy Method Just Speeds Up Naming'.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INNER PLANETS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Inner (Rocky) Planets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Mercury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closest planet to the Sun and the smallest.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Venus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hottest planet, wrapped in thick clouds.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Our home — the only planet known to have life.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'red planet', with reddish, dusty ground.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OUTER PLANETS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Outer (Giant) Planets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Jupiter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largest planet in the solar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Famous for its beautiful bright rings.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Uranus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cold, bluish-green giant that spins on its 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Neptune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farthest planet, deep blue and very cold.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OTHER BODIES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Other Members of the Solar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Satellites (moons)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Natural satellites orbit planets — the Moon orbits the Earth.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Asteroids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Small rocky bodies, most in a belt between Mars and Jupiter.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Icy bodies that grow a bright glowing tail near the Sun.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Meteors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Bits of rock that burn up in our air as a bright streak.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CONSTELLATIONS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Patterns in the Night Sky</a:t>
            </a:r>
          </a:p>
        </p:txBody>
      </p:sp>
      <p:pic>
        <p:nvPicPr>
          <p:cNvPr id="6" name="Picture 5" descr="mh6_un_con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recognisable star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Star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constellation is a group of stars forming a pattern.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People named them after animals, people and objects.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Great Bear (Saptarshi) and Orion are easy to spot.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help us find our way around the night sky.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SPECIAL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Earth — Our Special Planet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Just right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Earth is neither too hot nor too cold for life.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Air to breathe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has an atmosphere with the oxygen we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Liquid water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is the only planet with plenty of liquid water.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only home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 far, Earth is the only place known to have life.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EXPLORING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Reaching Out into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People have always wondered about the sky, and today rockets and satellites let us explore space for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Rockets carry satellites and astronauts above the Earth.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Satellites help with weather, television and phones.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India's space agency, ISRO, has reached the Moon and Mars.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Universe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everything that exists; measured in light years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Galaxy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countless stars bound by gravity; ours is the Milky Way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Nebula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gas-and-dust cloud where stars are born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huge ball of hot glowing gas; the Sun is nearest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system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Sun and its eight orbiting planets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Planets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Mercury, Venus, Earth, Mars, Jupiter, Saturn, Uranus, Neptune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Stars &amp; the Solar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is a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star is a huge ball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rock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 glowing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 water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is a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star is a huge ball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Cold rock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Hot glowing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Liquid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star is an enormous ball of hot gas that gives out its own light and heat — just like our Sun.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Nearest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star nearest to the Earth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Star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Sirius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Nearest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star nearest to the Earth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 Star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Sirius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Sun is our nearest star. It looks far bigger and brighter than the others only because it is so much closer.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Order of planets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planet is nearest to the Sun?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Mercury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Jupiter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Neptune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Order of planets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planet is nearest to the Sun?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Mercury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Jupiter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Neptune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Mercury is the closest planet to the Sun. The order outward is Mercury, Venus, Earth, Mars, Jupiter, Saturn, Uranus, Neptune.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body of ice and dust that grows a glowing tail when it nears the Sun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Satellite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body of ice and dust that grows a glowing tail when it nears the Sun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Comet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Satellite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comet is an icy body; as it nears the Sun it warms up and forms a long, bright, glowing tail.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Looking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our own Sun to the farthest galaxy, the universe is vast beyond imagining — and its story begins with a look at the night sky.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