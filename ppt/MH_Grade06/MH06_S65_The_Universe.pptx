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scale of the universe and introduce the light year as the unit of astronomical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galaxy is a gravitationally bound group of countless stars. Name the four shapes; ours is the Milky Way, with Andromeda nearest.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Nebulae are the birthplaces of stars — a real NASA image gives a sense of their scale and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star is a glowing ball of gas. The Sun is the nearest star and looks huge only because it is so close; it sustains life on Earth.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solar system = the Sun plus all that orbits it. Name the eight planets in order; add asteroids, comets and moons.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out the solar-system family: moons, asteroids, comets and meteors, with a familiar example of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from the universe down through galaxies, stars and the solar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6 • GENERAL SCIENCE • ASTRONOMY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The Universe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universe  •  Galaxies  •  Stars and the Sun  •  Our solar system</a:t>
            </a:r>
          </a:p>
        </p:txBody>
      </p:sp>
      <p:pic>
        <p:nvPicPr>
          <p:cNvPr id="7" name="Picture 6" descr="mh7_milky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what the universe contains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a galaxy is and name its shapes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stars and where they are born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Name the Sun as our nearest star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members of the solar system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Name the eight planets in order from the Sun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Universe and Galaxies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Everything there is, and the great islands of stars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THE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Universe</a:t>
            </a:r>
          </a:p>
        </p:txBody>
      </p:sp>
      <p:pic>
        <p:nvPicPr>
          <p:cNvPr id="6" name="Picture 5" descr="mh7_milky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Milky Way arching over Earth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Everything there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universe is everything that exists — all of space and all it holds.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It contains countless stars, planets, gas and dust.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Distances in it are so huge we measure them in light years.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light year is the distance light travels in one year.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GALAXIES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Galaxies</a:t>
            </a:r>
          </a:p>
        </p:txBody>
      </p:sp>
      <p:pic>
        <p:nvPicPr>
          <p:cNvPr id="6" name="Picture 5" descr="mh7_galax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spiral galaxy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Islands of stars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 galaxy is a group of countless stars and their planetary systems.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Gravity holds all the stars, gas and dust together.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Galaxies have shapes — spiral, elliptical, barred spiral and irregular.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Our galaxy is the Milky Way; Andromeda is the nearest to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NEBULA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Nebulae — Where Stars are Born</a:t>
            </a:r>
          </a:p>
        </p:txBody>
      </p:sp>
      <p:pic>
        <p:nvPicPr>
          <p:cNvPr id="6" name="Picture 5" descr="mh7_neb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star-forming nebula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Clouds of gas &amp; dust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nebula is a vast cloud of gas and dust in space.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Under gravity, parts of it clump together and heat up.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hot and dense enough, a new star begins to shine.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huge nebulae are the birthplaces of stars.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Universe &amp; Galaxies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Light 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light year is a unit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Brightness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Light 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light year is a unit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Brightness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light year is the distance that light travels in one year — a handy way to measure the huge gaps between stars.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galaxy is best described as a huge group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planets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Countless stars held together by gravity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and 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Comets only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galaxy is best described as a huge group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planets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Countless stars held together by gravity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 and 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Comets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galaxy is an enormous collection of stars, along with gas and dust, all bound together by gravity.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Our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galaxy in which our Sun lies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Andromeda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Milky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Orion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Solar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Our galaxy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galaxy in which our Sun lies is called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Andromeda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Milky 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Orion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Solar 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Our Sun is just one of the countless stars that make up the Milky Way galaxy; Andromeda is our nearest neighbouring galaxy.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Birthplace of stars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 stars are born inside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Nebula (cloud of gas and dust)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Birthplace of stars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 stars are born inside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Nebula (cloud of gas and dust)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Stars form when parts of a nebula — a huge cloud of gas and dust — collapse under gravity and grow hot enough to shine.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Stars, the Sun and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Our own star and its family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STARS &amp; THE SUN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Stars and the Sun</a:t>
            </a:r>
          </a:p>
        </p:txBody>
      </p:sp>
      <p:pic>
        <p:nvPicPr>
          <p:cNvPr id="6" name="Picture 5" descr="mh6_s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4560"/>
            <a:ext cx="420624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982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Sun — a star seen close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Our nearest star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star is a huge ball of hot, glowing gas.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Sun is our nearest star — that is why it looks so big.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Stars differ in size, brightness and colour.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5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Sun gives the Earth the light and heat that support life.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SOLAR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Our Solar System</a:t>
            </a:r>
          </a:p>
        </p:txBody>
      </p:sp>
      <p:pic>
        <p:nvPicPr>
          <p:cNvPr id="6" name="Picture 5" descr="mh6_un_so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560320"/>
            <a:ext cx="530352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08406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Sun and its eight planets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563EB"/>
                </a:solidFill>
                <a:latin typeface="Calibri"/>
              </a:rPr>
              <a:t>The Sun's family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The solar system is the Sun and everything that orbits 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Eight planets travel around the Sun in fixed paths.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In order from the Sun: Mercury, Venus, Earth, Mars, Jupiter, Saturn, Uranus, Neptune.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400" b="1" i="0">
                <a:solidFill>
                  <a:srgbClr val="2563EB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Asteroids, comets and moons are also part of the family.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OTHER BODIES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Other Members of the Solar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Satellites (moons)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Natural satellites orbit planets — the Moon orbits the Earth.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Asteroids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Small rocky bodies, most orbiting in a belt between Mars and Jupiter.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Comets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Icy bodies that grow a bright glowing tail when they come near the Sun.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Meteors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Bits of rock that burn up in our air as a bright streak — a 'shooting star'.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Universe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everything that exists; measured in light years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Galaxy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countless stars bound by gravity; ours is the Milky Way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Nebula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gas-and-dust cloud where stars are born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Star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huge ball of hot glowing gas; the Sun is nearest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system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Sun and its eight orbiting planets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Planets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Mercury, Venus, Earth, Mars, Jupiter, Saturn, Uranus, Neptune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Stars &amp; the Solar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is a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star is a huge ball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Cold rock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Hot glowing gas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Liquid water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is a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star is a huge ball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Cold rock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Hot glowing gas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Liquid water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star is an enormous ball of hot gas that gives out its own light and heat — just like our Sun.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Nearest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star nearest to the Earth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 Star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Sirius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Nearest star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star nearest to the Earth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Pole Star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Sirius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Sun is our nearest star. It looks far bigger and brighter than the others only because it is so much closer.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Order of planets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planet is nearest to the Sun?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Mercury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Jupiter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Neptune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Order of planets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planet is nearest to the Sun?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Mercury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Jupiter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Neptune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Mercury is the closest planet to the Sun. The order outward is Mercury, Venus, Earth, Mars, Jupiter, Saturn, Uranus, Neptune.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563EB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body of ice and dust that grows a glowing tail when it nears the Sun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Satellite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Comet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body of ice and dust that grows a glowing tail when it nears the Sun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Comet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Satellite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comet is an icy body; as it nears the Sun it warms up and forms a long, bright, glowing tail.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Looking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our own Sun to the farthest galaxy, the universe is vast beyond imagining — and its story begins with a look at the night sky.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