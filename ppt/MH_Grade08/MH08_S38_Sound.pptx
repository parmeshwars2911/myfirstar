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loudspeaker works the same way in reverse: an electrical signal makes a cone vibrate and produce sound.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the particles vibrate in place; it is the disturbance (energy) that travels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Quality lets us recognise a voice or tell instruments apart playing the same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Sound pollution links to social health — a good discussion point about responsible behaviour.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Cold-call which property changes when a drum is struck harder versus a smaller drum.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STD 8 • GENERAL SCIENCE • 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Sound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Production and propagation  •  Sound waves  •  Characteristics  •  Music, noise and sound pollution</a:t>
            </a:r>
          </a:p>
        </p:txBody>
      </p:sp>
      <p:pic>
        <p:nvPicPr>
          <p:cNvPr id="7" name="Picture 6" descr="mh8_snd_l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how sound is produced and propagates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that sound needs a medium to travel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sound as a wave with compressions and rarefactions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characteristics of sound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Distinguish between music and noise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sound pollution and how to reduce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Production and Propagation of Sound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How sound is made and how it travels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How Sound Is Produced and Travels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By vibration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Sound is produced by a vibrating object — a string, a membrane, vocal 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Needs a medium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Sound needs a material medium; it cannot travel through a vacuum.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Energy transfer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Vibrating particles pass the energy on to the next particles.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Human voice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In humans, sound is produced by the vibration of the vocal cords in the voice box.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SOUND WAVES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Sound Travels as a Wave</a:t>
            </a:r>
          </a:p>
        </p:txBody>
      </p:sp>
      <p:pic>
        <p:nvPicPr>
          <p:cNvPr id="6" name="Picture 5" descr="mh8_snd_l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Compressions and rarefactions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In air, sound is a longitudinal wave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Made of compressions and rarefactions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Compression = crowded, high-pressure region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Rarefaction = spread-out, low-pressure region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Wave carries energy, not the air itself, forward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— Production &amp; Propagation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Production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Sound is produced by a body that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vibrating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coloured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rest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Production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Sound is produced by a body that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vibrating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coloured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at rest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Every source of sound — a string, a drum, vocal cords — is vibrating.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Medium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Sound cannot travel through: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iron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vacuum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Medium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Sound cannot travel through: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water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iron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vacuum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With no particles to pass on the vibration, sound cannot travel through a vacuum.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Wave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Sound travels through air as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transverse wave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longitudinal wave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light wave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water wave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Wave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Sound travels through air as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transverse wave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longitudinal wave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light wave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water wave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air particles vibrate along the direction of travel, forming compressions and rarefactions.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Voice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human voice is produced by the vibration of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teeth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vocal cords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tongue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ears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Voice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human voice is produced by the vibration of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teeth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vocal cords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tongue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ears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Air from the lungs makes the vocal cords in the voice box vibrate, producing sound.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Characteristics, Music and Noise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What makes sounds different, and sound pollution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CHARACTERISTICS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Characteristics of Sound</a:t>
            </a:r>
          </a:p>
        </p:txBody>
      </p:sp>
      <p:pic>
        <p:nvPicPr>
          <p:cNvPr id="6" name="Picture 5" descr="mh8_snd_ch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75488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65215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Loudness, pitch,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5215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Loudness depends on amplitude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Pitch depends on frequency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Quality (timbre) depends on the waveform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Higher frequency → higher pitch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Larger amplitude → louder sound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MUSIC &amp; NOISE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Music, Noise and Sound Pollution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av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Music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pleasant sound with a regular, periodic pattern — from a flute, violin or piano.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av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Noise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An unpleasant sound with an irregular pattern — like traffic or machinery.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Sound pollution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Unwanted, excessive noise that harms health and the environment.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Reducing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Limit loudspeakers and horns, plant trees, and use sound-absorbing materials.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Production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Sound comes from a vibrating body.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Medium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Sound needs a medium; no sound in a vacuum.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Sound wave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Longitudinal — compressions and rarefactions.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Characteristics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Loudness (amplitude), pitch (frequency), quality (waveform).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Music vs noise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Regular pleasant sound vs irregular unpleasant sound.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Sound pollution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Excess noise harms health; reduce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Characteristics &amp; Noise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Loudness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loudness of a sound depends on its: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frequency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amplitude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speed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wavelength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Loudness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loudness of a sound depends on its: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frequency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amplitude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speed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wavelength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larger amplitude of vibration produces a louder sound.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Pitch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high-pitched, shrill sound has a high: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amplitude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frequency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speed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loudness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Pitch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high-pitched, shrill sound has a high: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amplitude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frequency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speed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loudness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Pitch depends on frequency — the higher the frequency, the shriller the sound.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Music vs noise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Compared with noise, a musical sound has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very large amplitude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regular, periodic waveform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 frequency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 medium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Music vs noise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Compared with noise, a musical sound has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very large amplitude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regular, periodic waveform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no frequency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no medium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Music is pleasant because its waveform is regular; noise is irregular and unpleasant.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Sound pollution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Sound pollution can be reduced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using more loudspeakers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planting trees and limiting horns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increasing traffic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removing all soft materials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Sound pollution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Sound pollution can be reduced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using more loudspeakers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planting trees and limiting horns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increasing traffic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removing all soft materials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Trees absorb sound and limiting horns/loudspeakers cuts unwanted noise at the source.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The Science of 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From a vibrating string to the roar of traffic, sound is a wave we can describe, enjoy as music, and control when it becomes noise.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