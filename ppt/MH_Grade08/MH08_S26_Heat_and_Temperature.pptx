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heat as energy in transit; the molecular view sets up the difference from temperature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bucket-vs-cup example is the classic way to separate temperature (degree of hotness) from heat (total energy).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effects recur through the chapter — expansion and change of state are explored in the next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Relate the reading to the earlier idea: expansion of the liquid is itself an effect of heat.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kink (constriction) of the clinical thermometer stops the mercury falling back before you read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Cold-call the range and special feature of a clinical thermometer.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8 • GENERAL SCIENCE •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Heat and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Heat as energy  •  Heat vs temperature  •  Thermometers and their types</a:t>
            </a:r>
          </a:p>
        </p:txBody>
      </p:sp>
      <p:pic>
        <p:nvPicPr>
          <p:cNvPr id="7" name="Picture 6" descr="mh8_ht1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heat as a form of energy and name its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between heat and temperature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effects of heat on a substance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a thermometer and its types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special features of a clinical thermometer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units of temperature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Heat, Temperature and Their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heat is, and how it differs from temperature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and Its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Heat is energy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Heat is a form of energy that flows from a hotter body to a colder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Sources of heat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Sun, fuels, electricity and chemical reactions all give out heat.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Molecular motion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Heating a body makes its molecules move faster (more kinetic energy).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Flow of heat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Heat always flows on its own from higher to lower temperature.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HEAT VS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Is Not the Same as Temperature</a:t>
            </a:r>
          </a:p>
        </p:txBody>
      </p:sp>
      <p:pic>
        <p:nvPicPr>
          <p:cNvPr id="6" name="Picture 5" descr="mh8_ht1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Average vs total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Temperature = average kinetic energy of the molecules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Heat = total energy of all the molecules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Temperature decides the direction of heat flow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 bucket of warm water holds more heat than a hot cup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…even though the cup is at a higher temperature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EFFECTS OF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Effects of Heat on a Substance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Rise in temperature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Adding heat usually raises the temperature of a body.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Expansion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Most substances expand on heating and contract on cooling.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Change of state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Enough heat changes a solid to liquid to gas.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Other changes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Heat can also change colour, or cause physical/chemical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Heat &amp;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Heat always flows on its own from a body 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lower temperature to higher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higher temperature to lower temperature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equal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larger size to smaller size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Heat always flows on its own from a body 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lower temperature to higher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higher temperature to lower temperature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equal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larger size to smaller size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Temperature decides the direction of heat flow — from hot to cold — until both reach the same temperature.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temperature of a body is related to the ___ kinetic energy of its molecules.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temperature of a body is related to the ___ kinetic energy of its molecules.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highest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lowest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Temperature reflects the average kinetic energy of the molecules; heat is their total energy.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Heat content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bucket of warm water and a cup of hotter water are compared. The bucket has: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higher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total heat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heat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heat than the cup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Heat content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bucket of warm water and a cup of hotter water are compared. The bucket has: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higher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more total heat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 heat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less heat than the cup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Its much larger mass means more molecules, so more total heat energy — even at a lower temperature than the cup.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Effects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is NOT a usual effect of heating a substance?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 of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rise in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decrease in molecular motion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Effects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is NOT a usual effect of heating a substance?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expansion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change of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rise in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decrease in molecular motion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Heating increases molecular motion; the other three are all genuine effects of heat.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Measuring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Thermometers and their types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THERMOMETER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Thermometer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Purpose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thermometer is a device used to measure temperature.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How it works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 uses the expansion of a liquid (mercury or coloured alcohol) in a thin glass tube.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Units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Temperature is measured in degrees Celsius (°C); the SI unit is the kelvin (K).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Fixed points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Celsius scale is fixed by ice point (0°C) and steam point (100°C).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Types of Thermometers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hermomete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Laboratory thermometer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Range about −10°C to 110°C; used for general measurements in the lab.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hermomete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Clinical thermometer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Range 35°C to 42°C; has a kink so the reading holds until read; measures body temperature.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Digital thermometer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Shows the temperature as a number on a display; mercury-free and safer.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Maximum–minimum thermometer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Records the highest and lowest temperatures reached, used in weather stations.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Heat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form of energy that flows from hot to cold.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Temperature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Average KE of molecules; decides heat-flow direction.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Heat vs temperature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Total energy vs degree of hotness.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Effects of heat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Rise in temperature, expansion, change of state.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Thermometer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Measures temperature via expansion of a liquid; unit °C.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Types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Laboratory, clinical, digital, maximum–minimum.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Thermometers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Clinical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temperature range of a clinical thermometer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−10°C to 110°C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35°C to 42°C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0°C to 100°C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0°C to 250°C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Clinical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temperature range of a clinical thermometer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−10°C to 110°C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35°C to 42°C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0°C to 100°C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0°C to 250°C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clinical thermometer covers the narrow range of human body temperature.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Kink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kink (constriction) in a clinical thermometer: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makes it cheaper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stops the mercury falling back before it is read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measures room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lets it measure boiling water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Kink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kink (constriction) in a clinical thermometer: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makes it cheaper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stops the mercury falling back before it is read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measures room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lets it measure boiling water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kink holds the reading after the thermometer is removed, until it is shaken down.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Units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SI unit of temperature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degree Celsius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kelvin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joule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calorie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Units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SI unit of temperature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degree Celsius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kelvin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joule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calorie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kelvin (K) is the SI unit of temperature; everyday measurements use degrees Celsius (°C).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Weather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thermometer that records the highest and lowest temperatures of a day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clinical thermometer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laboratory thermometer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maximum–minimum thermometer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digital thermometer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Weather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thermometer that records the highest and lowest temperatures of a day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clinical thermometer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laboratory thermometer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maximum–minimum thermometer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digital thermometer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It is used at weather stations to record the day's extreme temperatures.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Measuring the Warmth of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Heat is energy on the move and temperature its degree of hotness — and a simple thermometer lets us pin that hotness down to a number.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