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 sense of scale: light from the nearest star after the Sun takes over four years to reach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Stability is a balance of two forces — set this up because the star's fate depends on it running out of fuel.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flow diagram left to right along both branches; the split point is the star's initial mass.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black hole definition (nothing, not even light, can escape) — a favourite exam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Cold-call the two evolutionary paths and what decides which one a star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8 • GENERAL SCIENCE • ASTRONOMY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Life Cycle of Stars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Galaxies and the Milky Way  •  Birth of stars  •  How stars evolve  •  White dwarfs, neutron stars and black holes</a:t>
            </a:r>
          </a:p>
        </p:txBody>
      </p:sp>
      <p:pic>
        <p:nvPicPr>
          <p:cNvPr id="7" name="Picture 6" descr="mh8_star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a galaxy and name the galaxy we live 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 the light year as a unit of distance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stars are born from interstellar clouds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what keeps a star stable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how a star evolves depending on its mass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Name the final stages: white dwarf, neutron star and black hole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Galaxies and the Birth of Stars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Where stars live, and how they 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GALAXY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Galaxies and the Milky 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Galaxy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huge collection of stars, gas and dust held together by gravity.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Our galaxy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We live in the Milky Way (Mandakini), which has about 100 billion stars.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Light year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distance light travels in one year — a unit for the vast distances in space.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The Sun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Sun is our nearest star and the source of almost all our energy.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BIRTH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Stars Are Born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Interstellar clouds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Stars are born inside huge clouds of gas and dust (nebulae).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Gravity pulls in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Gravity makes the cloud contract and heat up at the centre.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star ignites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When it is hot enough, nuclear reactions begin and the star starts to shine.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Stability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outward push of these reactions balances the inward pull of gravity, keeping the star stable.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Galaxies &amp; Birth of Stars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Galaxy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galaxy in which we live is called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Andromeda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Milky Way (Mandakini)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Solar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Great Bear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Galaxy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galaxy in which we live is called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Andromeda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Milky Way (Mandakini)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Solar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Great Bear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Our galaxy, the Milky Way (Mandakini), contains about 100 billion stars.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Light year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light year is a unit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temperature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Light year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light year is a unit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temperature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light year is the distance light travels in one year — used for the huge distances between stars.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Birth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Stars are born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black holes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clouds of gas and dust (nebulae)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planets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Birth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Stars are born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black holes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clouds of gas and dust (nebulae)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planets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comets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Gravity pulls together a nebula until its centre is hot enough for nuclear reactions to start.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star stays stable because the inward pull of gravity is balanced by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Earth's gravity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outward push of its nuclear reactions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solar wind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magnetic field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star stays stable because the inward pull of gravity is balanced by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Earth's gravity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outward push of its nuclear reactions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solar wind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magnetic field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energy released inside pushes outward and balances gravity, keeping the star stable while it has fuel.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How Stars Evolve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fate of a star depends on its mass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Three Ways a Star Can Evolve</a:t>
            </a:r>
          </a:p>
        </p:txBody>
      </p:sp>
      <p:pic>
        <p:nvPicPr>
          <p:cNvPr id="6" name="Picture 5" descr="mh8_star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Depends on the star's mass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When the fuel runs low, the star swells up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Low-mass star → red giant → white dwarf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High-mass star → supergiant → supernova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Supernova remnant → neutron star or black hole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The bigger the star, the more dramatic its end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END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White Dwarfs, Neutron Stars and Black Holes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White dwarf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small, dense end stage of a low-mass star like the Sun.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Supernova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huge explosion that ends a very massive star's life.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Neutron star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An extremely dense remnant left after some supernovae.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Black hole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end of a very massive star — its gravity is so strong that not even light escapes.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Galaxy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Milky Way (Mandakini); ~100 billion stars; distances in light years.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Birth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Stars form in nebulae as gravity pulls gas and dust together.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Stability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Gravity inward balanced by nuclear push outward.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Low-mass star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Red giant → white dwarf.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High-mass star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Supergiant → supernova → neutron star or black hole.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Black hole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Gravity so strong that not even light escapes.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Evolution of Stars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Sun's fate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Sun, a low-mass star, will end its life 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black hole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white dwarf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neutron star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supernova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Sun's fate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Sun, a low-mass star, will end its life 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black hole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white dwarf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neutron star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supernova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low-mass star like the Sun becomes a red giant and then settles into a small, dense white dwarf.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Big star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very massive star ends its life in a huge explosion called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 giant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supernova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white dwarf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nebula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Big star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very massive star ends its life in a huge explosion called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red giant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supernova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white dwarf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nebula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high-mass star becomes a supergiant and then explodes as a supernova.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Black hole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black hole is a region where the gravitational force is so strong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glows brightly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not even light can escape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stars are born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sound cannot travel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Black hole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black hole is a region where the gravitational force is so strong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glows brightly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not even light can escape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stars are born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sound cannot travel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black hole, the end stage of a very massive star, has gravity so strong that nothing, not even light, escapes.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Deciding factor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Whether a star ends as a white dwarf or a black hole depends mainly on its: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distance from Earth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temperature only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Deciding factor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Whether a star ends as a white dwarf or a black hole depends mainly on its: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colour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distance from Earth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temperature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star's initial mass decides its evolutionary path and its final stage.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The Lives of the Stars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Born in clouds of gas, shining for billions of years, and ending as white dwarfs, neutron stars or black holes — every star's story is written by its mass.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