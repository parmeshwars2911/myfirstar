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bimetallic strip bends because its two metals expand by different amounts — used in thermostats and fire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application is really the same physics: materials change size with temperature.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high specific heat of water explains coastal climates and its use in radiators — link it to everyday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units: mass in kg, specific heat in J/kg°C, temperature rise in °C, heat in joules.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insulating jacket stops heat leaking to the surroundings, so the heat-exchange balance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Cold-call the Q = m c ΔT formula and why water is used as a coolant.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8 • GENERAL SCIENCE •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Measurement and Effects of Heat —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Thermal expansion  •  Specific heat capacity  •  Calorimeter and calorimetry</a:t>
            </a:r>
          </a:p>
        </p:txBody>
      </p:sp>
      <p:pic>
        <p:nvPicPr>
          <p:cNvPr id="7" name="Picture 6" descr="mh8_ht2_bime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thermal expansion of solids, liquids and gases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 everyday applications of thermal expansion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specific heat capacity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the relation heat = mass × specific heat × rise in temperature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working of a calorimeter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principle of calorimetry (heat exchange)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Thermal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solids, liquids and gases expand on heating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Thermal Expansion of Matter</a:t>
            </a:r>
          </a:p>
        </p:txBody>
      </p:sp>
      <p:pic>
        <p:nvPicPr>
          <p:cNvPr id="6" name="Picture 5" descr="mh8_ht2_bime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Solids, liquids, gases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Almost all substances expand on heating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Gases expand the most, then liquids, then solids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Rails have gaps so they can expand in summer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tight metal lid loosens under hot water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Expansion happens because molecules move apart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Everyday Uses of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Railway gaps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Gaps are left between rails so they do not buckle when they expand.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Bimetallic strip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Two metals that expand unequally bend on heating — used in a thermostat.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Overhead wires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Wires are strung with a slight sag so they do not snap when they contract in winter.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Opening a lid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Warming a tight metal lid makes it expand and loosen.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Thermal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Expansion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For the same rise in temperature, the greatest expansion is shown by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expand equally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Expansion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For the same rise in temperature, the greatest expansion is shown by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all expand equally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Gases expand the most for a given temperature rise, then liquids, and solids the least.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Gaps are left between railway rails so that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look neat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have room to expand in hot weather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carry more 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rust less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Gaps are left between railway rails so that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look neat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have room to expand in hot weather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carry more 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rust less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Without the gaps, expansion in summer would make the rails buckle and bend.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Bimetallic strip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bimetallic strip bends on heating because its two metals: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 by different amounts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contract equally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colour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Bimetallic strip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bimetallic strip bends on heating because its two metals: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 by different amounts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contract equally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change colour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Unequal expansion of the two metals makes the strip bend — the basis of a thermostat.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Cause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 heating, a substance expands because its molecules: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disappear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move farther apart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come closer together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stop moving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Cause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 heating, a substance expands because its molecules: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disappear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move farther apart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come closer together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stop moving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Heating increases molecular motion, so the molecules move apart and the substance expands.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Specific Heat Capacity and Calorimetry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much heat a substance needs, and how we measure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SPECIFIC HEAT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Specific Heat Capacity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specific heat capacity of a substance is the amount of heat needed to raise the temperature of unit mass of it by one degree.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Heat  Q = m × c × ΔT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 = mass, c = specific heat capacity, ΔT = rise in temperature.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Water has a very high specific heat capacity, so it heats up and cools down slowly.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why water is used as a coolant and to moderate climate.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Q = m c ΔT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801A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How much heat is needed to raise the temperature of 2 kg of water by 10°C? (Specific heat of water = 4200 J/kg°C)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Q = m × c × ΔT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Q = 2 × 4200 ×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Q = 84,000 J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CALORIMETRY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Calorimeter and Calorimetry</a:t>
            </a:r>
          </a:p>
        </p:txBody>
      </p:sp>
      <p:pic>
        <p:nvPicPr>
          <p:cNvPr id="6" name="Picture 5" descr="mh8_ht2_ca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Measuring heat exchange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calorimeter measures the heat given out or absorbed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It is a metal vessel inside an insulating jacket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Principle: heat lost by hot body = heat gained by cold body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This is the principle of heat exchange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Used to find specific heats by the method of mixtures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Expansion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Gases &gt; liquids &gt; solids for the same temperature rise.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Applications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Rail gaps, bimetallic strip, wire sag, loosening lids.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Specific heat capacity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 to raise unit mass by 1°; Q = m c ΔT.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Water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Very high specific heat — a good coolant and climate moderator.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Calorimeter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Measures heat exchange (heat lost = heat gained).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Specific Heat &amp; Calorimetry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specific heat capacity of a substance is the heat needed to raise the temperature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any mass by any 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unit mass by one degree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 litre by ten degrees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whole body by 100°C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specific heat capacity of a substance is the heat needed to raise the temperature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any mass by any 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unit mass by one degree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one litre by ten degrees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whole body by 100°C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Specific heat capacity is per unit mass per degree rise — a property of the material.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heat needed to raise 1 kg of water by 5°C is (c = 4200 J/kg°C):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21,000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4200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840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 J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heat needed to raise 1 kg of water by 5°C is (c = 4200 J/kg°C):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21,000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4200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840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 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Q = m c ΔT = 1 × 4200 × 5 = 21,000 J.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is used as a coolant in car radiators because it has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 specific heat capacity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 specific heat capacity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 boiling 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 density only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is used as a coolant in car radiators because it has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 specific heat capacity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high specific heat capacity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 boiling 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high density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Its high specific heat lets water absorb a large amount of heat with only a small rise in temperature.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Calorimetry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principle of calorimetry states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 is destroyed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 lost by the hot body = heat gained by the cold body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temperature never changes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 only flows upward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Calorimetry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principle of calorimetry states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heat is destroyed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heat lost by the hot body = heat gained by the cold body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temperature never changes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heat only flows upward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 an insulated calorimeter, the heat exchange balances — the basis for measuring specific heats.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Heat, Measured Exactly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Expansion, specific heat and the calorimeter turn the vague idea of 'hotness' into quantities we can calculate and measure.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