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 back to V = W/Q from the current-electricity chapter; this is the same relation used to derive Joule's law.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the squared dependence on current — doubling the current quadruples the heat produced, not just doubles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Remind students to convert time to seconds before substituting — a very common slip.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students to name the common factor in all four devices — each deliberately uses a high-resistance element to maximise I²Rt heating.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experiment is historically important: it was the first evidence linking electricity and magnetism, which later led to Maxwell's unified theory.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students trace the field-line circles with their finger around a pencil representing the wire.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physically with your own hand and the diagram side by side; this rule is used repeatedly through the rest of the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a student to physically demonstrate the right-hand thumb rule for the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STD 10 • SCIENCE PART 1 • ELECTRICITY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Effects of Electric Current —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Energy transfer in a circuit  •  Heating effect  •  Magnetic effect  •  Right-hand thumb rule</a:t>
            </a:r>
          </a:p>
        </p:txBody>
      </p:sp>
      <p:pic>
        <p:nvPicPr>
          <p:cNvPr id="7" name="Picture 6" descr="mh10_eec1_circu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how electrical energy is transferred and used up in a circuit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Joule's law of heating and use H = I²Rt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everyday uses of the heating effect of current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Oersted's discovery of the magnetic effect of current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Apply the right-hand thumb rule to a straight current-carrying conductor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magnetic field pattern of a straight wire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Energy Transfer and the Heating Effect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How electrical work becomes heat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ENERGY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Energy Transfer in an Electric Circuit</a:t>
            </a:r>
          </a:p>
        </p:txBody>
      </p:sp>
      <p:pic>
        <p:nvPicPr>
          <p:cNvPr id="6" name="Picture 5" descr="mh10_eec1_circu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From battery to heat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cell (or battery) does work to push charge around a circuit; this electrical energy is converted into other forms by the components in the circuit.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work done in moving a charge Q through a potential difference V is W = VQ; since Q = It, the work done in time t is W = VIt.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In a purely resistive component (like a heater coil or a bulb filament), all of this electrical energy is converted into heat.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conversion of electrical energy into heat because of the resistance in the circuit is called the heating effect of electric current.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JOULE'S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Joule's Law of Heating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Using Ohm's law (V = IR) in W = VIt gives the heat produced in a resistor carrying a current for a given 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H = I² R 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heat produced is directly proportional to the square of the current.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heat produced is directly proportional to the resistance.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heat produced is directly proportional to the time for which the current flows.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H is in joules when I is in amperes, R in ohms and t in seconds.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Heat Produced in a Resistor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4801A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current of 2 A flows through a resistor of 10 Ω for 5 minutes. Calculate the heat produced.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H = I² R 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t = 5 x 60 = 300 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H = (2)² x 10 x 300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H = 12000 J = 12 kJ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Everyday Uses of the Heating Effect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r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Electric heater / iron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coil of high-resistance wire (nichrome) glows and produces heat when current flows through it, used for room heaters, electric irons and geysers.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ulb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Incandescent bulb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thin tungsten filament heats up so much that it glows white-hot and emits light; tungsten is used because it has a very high melting point.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ol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Electric fuse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thin wire of low melting point is placed in series in a circuit; if the current becomes too large, the fuse wire heats up, melts and breaks the circuit, protecting the appliance.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gear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Soldering iron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high-resistance heating element converts electrical energy to heat to melt solder for joining wires and components.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— Energy Transfer &amp; Heating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Energy transfer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work done in moving a charge Q through a potential difference V is given by: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 = V / Q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 = VQ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 = Q / 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 = V + Q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Energy transfer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work done in moving a charge Q through a potential difference V is given by: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 = V / Q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W = VQ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 = Q / 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 = V + Q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Potential difference is defined as work done per unit charge, so W = VQ (and since Q = It, W = VIt).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Joule's law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According to Joule's law of heating, the heat produced in a resistor is proportional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 and R only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I², R and 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 and t only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R² and 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Joule's law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According to Joule's law of heating, the heat produced in a resistor is proportional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 and R only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I², R and 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 and t only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R² and 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H = I²Rt — heat depends on the square of the current, and directly on resistance and 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Numerical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current of 3 A flows through a 4 Ω resistor for 10 s. The heat produced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120 J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360 J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40 J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12 J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Numerical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current of 3 A flows through a 4 Ω resistor for 10 s. The heat produced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120 J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360 J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40 J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12 J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H = I²Rt = (3)² x 4 x 10 = 9 x 4 x 10 = 360 J.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Fuse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electric fuse protects a circuit because its wire: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has a very high melting point so it never melts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has a low melting point and melts to break the circuit when current is too high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a perfect conductor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increases the current when it gets hot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Fuse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electric fuse protects a circuit because its wire: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has a very high melting point so it never melts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has a low melting point and melts to break the circuit when current is too high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a perfect conductor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increases the current when it gets hot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fuse wire is deliberately chosen to melt (via I²Rt heating) and break the circuit before the current can damage the appliance or wiring.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The Magnetic Effect of Electric Current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Oersted's discovery and the right-hand thumb rule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OERSTED'S EXPERIMENT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Discovery of the Magnetic Effect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In 1820, Hans Christian Oersted found that a compass needle placed near a current-carrying wire is deflected.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The needle deflects only when current flows in the wire, and returns to normal when the current is switched off.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Reversing the direction of the current reverses the direction of the deflection.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This showed that an electric current produces a magnetic field around itself — the magnetic effect of electric current, the basis of electromagnetism.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STRAIGHT CONDUCTOR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Field Around a Straight Current-Carrying Wire</a:t>
            </a:r>
          </a:p>
        </p:txBody>
      </p:sp>
      <p:pic>
        <p:nvPicPr>
          <p:cNvPr id="6" name="Picture 5" descr="mh10_eec1_fieldwi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Concentric field circles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long straight wire carrying current produces a magnetic field whose field lines are concentric circles centred on the wire, lying in a plane perpendicular to it.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field is stronger closer to the wire and weaker farther away — the circles are more crowded near the wire.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Reversing the current reverses the direction of the field lines (clockwise becomes anticlockwise, viewed from a fixed end).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RIGHT-HAND THUMB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Finding the Direction of the Field</a:t>
            </a:r>
          </a:p>
        </p:txBody>
      </p:sp>
      <p:pic>
        <p:nvPicPr>
          <p:cNvPr id="6" name="Picture 5" descr="mh10_eec1_stra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Thumb = current, curl = 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Maxwell's right-hand thumb rule gives a quick way to find the direction of the magnetic field around a straight conductor.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Hold the current-carrying conductor in your right hand with the thumb pointing in the direction of the conventional current.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Your curled fingers then point in the direction of the magnetic field lines around the wire.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By convention, a dot (⊙) shows the field or current coming out of the page, and a cross (⊗) shows it going into the page.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Heating effect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Electrical energy converts to heat in a resistor: H = I²Rt.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Uses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Heaters, bulb filaments, fuses and soldering irons all use the heating effect.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Oersted's experiment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current-carrying wire deflects a nearby compass needle — proof of the magnetic effect.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Straight wire field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Concentric circular field lines around the wire.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Right-hand thumb rule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Thumb along the current, curled fingers show the field direction.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Magnetic Effect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Oersted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Oersted's experiment showed that a current-carrying wire: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repels a nearby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deflects a nearby compass needle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heats up a nearby magnet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has no effect on a compass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Oersted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Oersted's experiment showed that a current-carrying wire: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repels a nearby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deflects a nearby compass needle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heats up a nearby magnet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has no effect on a compass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deflection, seen only while current flows, proved that current produces a magnetic field.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Field pattern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magnetic field lines around a long straight current-carrying wire are: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straight lines parallel to the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concentric circles centred on the wire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radial lines pointing away from the wire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randomly scattered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Field pattern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magnetic field lines around a long straight current-carrying wire are: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straight lines parallel to the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concentric circles centred on the wire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radial lines pointing away from the wire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randomly scattered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field forms circles in a plane perpendicular to the wire, crowded closer to the wire where the field is stronger.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Right-hand thumb rule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the right-hand thumb rule, the thumb points along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magnetic field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current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force on the wire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normal to the wire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Right-hand thumb rule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the right-hand thumb rule, the thumb points along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magnetic field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current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force on the wire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normal to the wire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Thumb = direction of conventional current; curled fingers = direction of the magnetic field.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Reversal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the current in a straight wire is reversed, the magnetic field around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disappears completely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also reverses direction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stays exactly the same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becomes twice as strong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Reversal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the current in a straight wire is reversed, the magnetic field around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disappears completely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also reverses direction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stays exactly the same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becomes twice as strong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Reversing the thumb direction in the right-hand rule reverses the curl of the fingers, so the field direction flips too.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Current in Motion, Heat and Magnetism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The same flowing charge that warms a heater coil also conjures a magnetic field around every wire — two effects, one current.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