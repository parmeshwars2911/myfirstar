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lens_types diagram to show the cross-section shapes; connect the converging/diverging behaviour to the prism model of a lens.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lens has two principal foci, one on each side, equidistant from the optical centre for a thin lens.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two rays are needed to fix the image; the third is a useful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object from infinity inward, calling out the image nature at each stage (at 2F: same size; between F and 2F: magnified real; within F: magnified virtual).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sharply with the convex lens, whose image changes with object position — the concave lens image never changes in 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 on the sign convention before any numerical — most errors come from wrong signs, not wrong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the sign of m back to the sign convention: a real image (positive v, negative u) gives a negative m, i.e. inverted.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substitution of signs explicitly; the positive v confirms a real image on the far side of the lens.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Opticians prescribe spectacles in dioptres — connect the sign of the power to the type of correcting lens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Persistence of vision is the physics behind cinema and animation — a memorable everyday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match each defect to its correcting lens and state where the image forms relative to the retina.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Cold-call the correcting lens for each defect and the unit of lens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10 • SCIENCE PART 1 • 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Lenses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Types of lenses  •  Images and ray diagrams  •  Lens formula and power  •  The human eye and defects of vision</a:t>
            </a:r>
          </a:p>
        </p:txBody>
      </p:sp>
      <p:pic>
        <p:nvPicPr>
          <p:cNvPr id="7" name="Picture 6" descr="mh10_lens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Identify convex and concave lenses and the terms related to them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Draw ray diagrams for images formed by convex and concave lenses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Apply the sign convention and the lens formula 1/v − 1/u = 1/f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Calculate magnification and the power of a lens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human eye and the idea of persistence of vision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defects of vision and how lenses correct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Lenses and the Images They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Types of lenses, key terms and ray diagrams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TYPES OF LENSES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Convex and Concave Lenses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 (converging)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Thicker at the middle than at the edges. A parallel beam of light passing through it converges to a real point — the principal focus. It can be seen as a set of prisms with bases towards the centre.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 (diverging)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Thinner at the middle than at the edges. A parallel beam passing through it diverges, appearing to come from a virtual focus on the same side. It behaves like prisms with bases towards the edges.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KEY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Terms Related to a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Centres of curvature (C₁, C₂)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centres of the two spheres whose surfaces form the two faces of the lens.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Radii of curvature (R₁, R₂)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radii of those two spheres.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Principal axis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straight line passing through both centres of curvature (and the optical centre).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Optical centre (O)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central point of the lens; a ray passing through it goes straight, without any deviation.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Principal focus (F)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point on the principal axis where rays parallel to the axis converge (convex) or appear to diverge from (concave).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Focal length (f)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distance between the optical centre and the principal focus.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RAY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Rules for Drawing Ray Diagrams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Ray parallel to the principal axis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After refraction it passes through the principal focus F (convex) or appears to come from F (concave).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Ray through the optical centre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Passes straight through without any deviation.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Ray through the principal focus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ray passing through F (convex) emerges parallel to the principal axis after refraction.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Locating the image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Any two of these rays are drawn from the top of the object; the point where they meet (or appear to meet) locates the image.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CONVEX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Images Formed by a Convex Lens</a:t>
            </a:r>
          </a:p>
        </p:txBody>
      </p:sp>
      <p:pic>
        <p:nvPicPr>
          <p:cNvPr id="6" name="Picture 5" descr="mh10_lens_conv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Real or virtual, depending on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nature, position and size of the image depend on where the object is placed relative to the focus F and 2F.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For a distant object the image is real, inverted and very small, formed at F; as the object moves closer the real image moves out and grows.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the object is between F and the lens, the image becomes virtual, erect and magnified — this is how a magnifying glass works.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convex lens can therefore form both real images (object beyond F) and a virtual image (object within F).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CONCAVE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Images Formed by a Concave Lens</a:t>
            </a:r>
          </a:p>
        </p:txBody>
      </p:sp>
      <p:pic>
        <p:nvPicPr>
          <p:cNvPr id="6" name="Picture 5" descr="mh10_lens_conc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"/>
              </a:rPr>
              <a:t>Always virtual, erect and small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concave lens always diverges the light passing through it.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Whatever the position of the object, a concave lens forms an image that is always virtual, erect and diminished (smaller than the object).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image is always formed on the same side as the object, between the optical centre and the focus.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Because the image is always the same kind, a concave lens is easy to identify by the small, upright image it forms.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Lenses &amp;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lens that is thicker at the middle than at the edges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concave (diverging)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convex (converging)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plane glass slab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prism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lens that is thicker at the middle than at the edges is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concave (diverging)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convex (converging)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plane glass slab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prism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convex lens is thicker in the middle and converges a parallel beam to its principal focus.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Optical centre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of light passing through the optical centre of a thin lens: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bends towards the focus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goes straight through without deviation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totally reflected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emerges parallel to the axis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Optical centre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of light passing through the optical centre of a thin lens: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bends towards the focus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goes straight through without deviation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totally reflected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emerges parallel to the axis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optical centre is the one point through which a ray passes undeviated, which is why it is used in ray diagrams.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Concave lens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image formed by a concave lens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inverted and magnified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virtual, erect and diminished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the same 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magnified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Concave lens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image formed by a concave lens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real, inverted and magnified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virtual, erect and diminished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 and the same 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magnified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concave (diverging) lens forms a virtual, erect and smaller image for every position of the object.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Convex lens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lens is used as a magnifying glass when the object is placed: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beyond 2F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2F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between the focus F and the lens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the focus 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Convex lens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lens is used as a magnifying glass when the object is placed: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beyond 2F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2F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between the focus F and the lens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the focus 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the object within the focal length, a convex lens forms a virtual, erect and magnified image — the magnifying-glass action.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Lens Formula, Power and the Human Eye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Calculations, the eye and defects of vision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SIGN CONVENTION &amp; LENS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Lens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Using the Cartesian sign convention (distances measured from the optical centre; those in the direction of incident light positive, opposite negative), the object distance u, image distance v and focal length f are related by the lens formula.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1/v − 1/u = 1/f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For a convex lens f is positive; for a concave lens f is negative.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real image has a positive v; a virtual image has a negative v.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object distance u is taken as negative (object on the left of the lens).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MAGNIFICATION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Magnification Produced by a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magnification is the ratio of the height of the image to the height of the object, and also equals the ratio of image distance to object distance.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m = h′/h = v/u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m is positive, the image is virtual and erect; if negative, the image is real and inverted.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|m| &gt; 1 the image is magnified; if |m| &lt; 1 it is diminished; if |m| = 1 it is the same size as the object.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the Lens 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An object is placed 30 cm in front of a convex lens of focal length 20 cm. Find the position and nature of the image.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1/v − 1/u = 1/f, with u = −30 cm, f = +20 cm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1/v = 1/f + 1/u = 1/20 + 1/(−30) = (3 − 2)/60 = 1/60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+60 cm (positive → real, inverted image)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 = v/u = 60/(−30) = −2  (real, inverted, magnified 2×)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 = 60 cm; real, inverted, magnified image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POWER OF A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Power of a Lens and Combination of Lenses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power of a lens is the reciprocal of its focal length (in metres); it measures the lens's ability to converge or diverge 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P = 1 / f (in metres)   •   unit: dioptre (D)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convex lens has positive power; a concave lens has negative power.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lens of focal length 20 cm (0.2 m) has power P = 1/0.2 = +5 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thin lenses are placed in contact, their powers add: P = P₁ + P₂ + P₃ + 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THE HUMAN EYE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Human Eye and Persistence of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Eye lens and cornea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enters through the cornea and the convex eye lens, which together form a real, inverted image on the retina.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Accommodation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ciliary muscles change the focal length of the eye lens — thinner for distant objects, thicker for near ones — so objects at different distances stay in focus.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Least distance of distinct vision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closest distance at which a normal eye can see an object clearly and without strain is about 25 cm (the near point).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Persistence of vision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 image continues to be sensed by the eye for about 1/16 of a second after the object is removed; rapidly changing still pictures therefore appear as continuous motion, as in films.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DEFECTS OF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Defects of Vision and Their Correction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Myopia (short-sightedness)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eye can see near objects clearly but not distant ones; the image of a distant object forms in front of the retina. Corrected using a concave (diverging) lens of suitable power.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Hypermetropia (long-sightedness)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eye can see distant objects clearly but not near ones; the image of a near object forms behind the retina. Corrected using a convex (converging) lens.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Presbyopia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With age the ciliary muscles weaken and the eye lens hardens, so both near and distant vision are affected. Corrected using bifocal lenses (concave upper part, convex lower part).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y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Cause in general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These defects arise from the eyeball being too long or too short, or the eye lens losing its ability to change focal length.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Two types of lens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Convex converges light; concave diverges it.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Ray rules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Parallel ray → through F; ray through O → straight; ray through F → parallel.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Lens formula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1/v − 1/u = 1/f, using the sign convention.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Magnification &amp; power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 = v/u; P = 1/f in dioptres, + for convex, − for concave.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Human eye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Ciliary muscles focus the eye lens; near point 25 cm; persistence of vision ≈ 1/16 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Vision defects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Myopia → concave lens; hypermetropia → convex lens; presbyopia → bifocals.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Formula, Power &amp; the Eye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Power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lens has a focal length of 25 cm. Its power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+4 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+0.25 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−4 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+25 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Power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lens has a focal length of 25 cm. Its power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+4 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+0.25 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−4 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+25 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 = 1/f(in m) = 1/0.25 = +4 D; the power is positive because the lens is convex.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Magnification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magnification produced by a lens is −2, the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virtual, erect and magnified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inverted and magnified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diminished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size as the object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Magnification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magnification produced by a lens is −2, the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virtual, erect and magnified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real, inverted and magnified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diminished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 size as the object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negative magnification means a real, inverted image; its magnitude of 2 means it is twice the object's size.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Near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least distance of distinct vision for a normal human eye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25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25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2.5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Near 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least distance of distinct vision for a normal human eye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25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25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2.5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normal eye can focus comfortably on objects as close as about 25 cm — the near point.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Myopia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short-sighted (myopic) person cannot see distant objects clearly. This defect is corrected using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convex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concave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prism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plane mirror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Myopia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short-sighted (myopic) person cannot see distant objects clearly. This defect is corrected using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convex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concave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prism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plane mirror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concave (diverging) lens moves the image of a distant object back onto the retina, correcting myopia.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Lenses: Bending Light to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a magnifying glass to the lens in your own eye, the same simple rules of refraction let us focus light, form images and correct how we see the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