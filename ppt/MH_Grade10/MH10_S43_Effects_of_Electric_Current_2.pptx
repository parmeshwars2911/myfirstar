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up from the straight-wire field of the previous session: a loop is just a straight wire bent into a circle, so the same field lines now reinforce at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working principle of the electromagnet, already met earlier in the syllabus — connect the two ideas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factors are exactly the ones used to design strong electromagnets for cranes, bells and motors.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reverse idea of Oersted's experiment: instead of current producing a field, here a current in an external field feels a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Stretch the thumb, first finger and second finger of the left hand mutually perpendicular: First finger = Field, seCond finger = Current, thuMb = Motion (force). Mnemonic: FBI (Field, current, thrust) or FCM.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whole class physically form the rule with their left hand and check it against the diagram just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distinguish the right-hand thumb rule (field due to current) from Fleming's left-hand rule (force on a current in a field) — a very common mix-up.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10 • SCIENCE PART 1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Effects of Electric Current 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Field of a circular loop and a solenoid  •  Force on a current-carrying conductor  •  Fleming's left-hand rule</a:t>
            </a:r>
          </a:p>
        </p:txBody>
      </p:sp>
      <p:pic>
        <p:nvPicPr>
          <p:cNvPr id="7" name="Picture 6" descr="mh10_eec2_soleno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magnetic field due to a circular loop of current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magnetic field pattern of a solenoid and compare it with a bar magnet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the strength of a solenoid's field can be increased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factors on which the force on a current-carrying conductor in a magnetic field depends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Fleming's left-hand rule to find the direction of this force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this force to the working principle of an electric motor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Field of a Loop and a Solenoid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From a single loop to a coil that behaves like a magnet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CIRCULAR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Magnetic Field Due to a Circular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Field lines at the loop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Applying the right-hand thumb rule at every point of a circular loop shows that the field lines are circles near the wire, but they become nearly straight and parallel as you move toward the centre of the loop.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Field at the centre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the centre of the loop, all the field contributions add up in the same direction, giving the strongest and most uniform field in that region.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Increasing the field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field at the centre can be increased by increasing the current or by using a coil of many turns instead of a single loop — each turn adds its own contribution.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Polarity of the loop face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One face of the current loop behaves like a north pole and the other like a south pole, found using the right-hand rule (curl fingers along the current, thumb gives the north face).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SOLENOID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Magnetic Field of a Solenoid</a:t>
            </a:r>
          </a:p>
        </p:txBody>
      </p:sp>
      <p:pic>
        <p:nvPicPr>
          <p:cNvPr id="6" name="Picture 5" descr="mh10_eec2_soleno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A coil that behaves like a bar magnet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solenoid is a long coil of insulated wire wound in many closely spaced circular turns.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current flows through it, the field of each turn adds up so that the field inside the solenoid is strong and nearly uniform, directed along its axis.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Outside the solenoid, the field pattern is very similar to that of a bar magnet — one end behaves like a north pole and the other like a south pole.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polarity of the ends is found by the same right-hand rule: curl the fingers in the direction of the current in the turns, and the thumb points towards the north-pole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STRENGTH OF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Increasing the Strength of a Solenoid's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a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More 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Winding more turns of wire in the same length increases the field, since each turn contributes its own magnetic field in the same direction.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More current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Increasing the current through the solenoid directly increases the strength of the field it produces.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Soft-iron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Placing a soft-iron core inside the solenoid greatly increases the field strength, because the core itself becomes strongly magnetised — this combination is an electromagnet.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Loop &amp; Solenoid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Circular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is strongest and most uniform at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edge of the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centre of the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far outside the loop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nowhere in particular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Circular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is strongest and most uniform at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edge of the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centre of the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far outside the loop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nowhere in particular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the centre, the field contributions from every part of the loop add up in the same direction, giving the strongest field there.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Solenoid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Outside a current-carrying solenoid, the magnetic field pattern closely resembles that of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bar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single point charge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circular loop with no current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Solenoid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Outside a current-carrying solenoid, the magnetic field pattern closely resembles that of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bar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single point charge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circular loop with no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solenoid's external field lines look just like those of a bar magnet, with one end acting as north and the other as south.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will NOT increase the strength of a solenoid's magnetic field?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increasing the number of 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increasing the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inserting 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longer connecting wire outside the solenoid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will NOT increase the strength of a solenoid's magnetic field?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increasing the number of 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increasing the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inserting 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using a longer connecting wire outside the solenoid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turns, current and a magnetic core (inside the solenoid) affect its field strength — the length of ordinary connecting wire outside it makes no difference.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Force on a Current-Carrying Conductor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motor effect and Fleming's left-hand rule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MOTOR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Force on a Conductor in a Magnetic Field</a:t>
            </a:r>
          </a:p>
        </p:txBody>
      </p:sp>
      <p:pic>
        <p:nvPicPr>
          <p:cNvPr id="6" name="Picture 5" descr="mh10_eec2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Current + field = force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a current-carrying conductor is placed in a magnetic field (not parallel to it), it experiences a force — this is called the motor effect.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force is zero when the conductor is parallel to the field, and maximum when the conductor is perpendicular to the field.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magnitude of the force depends on the strength of the magnetic field, the current in the conductor, and the length of the conductor in the field.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force is what makes an electric motor turn, and is used in loudspeakers and moving-coil meters.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FLEMING'S LEFT-HAND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Direction of the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Fleming's left-hand rule gives the direction of the force on a current-carrying conductor placed in a magnetic field.</a:t>
            </a:r>
          </a:p>
        </p:txBody>
      </p:sp>
      <p:pic>
        <p:nvPicPr>
          <p:cNvPr id="8" name="Picture 7" descr="mh10_eec2_fl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429000"/>
            <a:ext cx="411480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FLEMING'S LEFT-HAND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to Apply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First finger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Point the first finger in the direction of the magnetic field (B).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Second finger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Point the second finger, held perpendicular to the first, in the direction of the conventional current (I).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Thumb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thumb, held perpendicular to both, then gives the direction of the force (F) on the conductor — this is the direction it will move.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E6394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Left hand only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This rule always uses the left hand; the right-hand thumb rule and Fleming's right-hand rule (used for generators, next session) are entirely different rules.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Circular loop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Field is strongest and most uniform at the centre; each face acts like a magnetic pole.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Solenoid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Behaves like a bar magnet outside; field can be strengthened by more turns, more current or a soft-iron core.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Motor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current-carrying conductor in a magnetic field experiences a force, maximum when perpendicular to the field.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Fleming's left-hand rule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First finger = Field, second finger = Current, thumb = Force (motion).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Motor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Motor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current-carrying conductor placed parallel to a magnetic field experiences a force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constant but not 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infinite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Motor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current-carrying conductor placed parallel to a magnetic field experiences a force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constant but not 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infinite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force is zero when the current is parallel to the field and maximum when it is perpendicular to the field.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Fleming's left-hand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Fleming's left-hand rule, the second finger represents: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resulting force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resistance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Fleming's left-hand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Fleming's left-hand rule, the second finger represents: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resulting force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resistance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First finger = Field, seCond finger = Current, thuMb = Motion (force) — the classic FCM mnemonic.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Factors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force on a current-carrying conductor in a magnetic field does NOT depend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current in the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strength of the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 of the insulation on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length of the conductor in the field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Factors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force on a current-carrying conductor in a magnetic field does NOT depend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current in the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strength of the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colour of the insulation on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length of the conductor in the field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force depends only on the physical quantities current, field strength and length (and the angle between them) — not on the wire's appearance.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force on a current-carrying conductor in a magnetic field is the basic working principle of a/an: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 motor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 fuse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voltmeter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force on a current-carrying conductor in a magnetic field is the basic working principle of a/an: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electric motor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electric fuse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voltmeter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electric motor uses this force, acting on the two sides of a current-carrying coil, to produce a turning effect (torque).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Current Feels a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Field around a wire, force on a wire in a field — these two effects, tied together by Fleming's left-hand rule, are what spin every electric motor.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