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role of the commutator specifically — without it, the coil would rotate only a quarter turn and then oscillate back and forth.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the motor: a motor is designed to keep spinning continuously and do mechanical work, while a galvanometer is designed to rotate only slightly and settle at a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this is the reverse process of the motor effect: there, current + field gave motion; here, relative motion between field and coil gives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Flux can change either by moving the magnet, moving the coil, or changing the current in a nearby coil — all three are used in different generators and transformers.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the thumb, first finger and second finger of the RIGHT hand mutually perpendicular this time: First finger = Field, thuMb = Motion, seCond finger = induced Current. Contrast explicitly with the left-hand rule from the previous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household supply in India is AC at 50 Hz, meaning the current reverses direction 100 times every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slip rings of an AC generator with the split-ring commutator of a DC motor — this is the key construction difference students often confuse.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state, in one sentence each, the difference between a motor and a generator (energy conversion runs in opposite directions).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10 • SCIENCE PART 1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Effects of Electric Current —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Electric motor  •  Electromagnetic induction  •  Faraday's laws  •  AC/DC generators</a:t>
            </a:r>
          </a:p>
        </p:txBody>
      </p:sp>
      <p:pic>
        <p:nvPicPr>
          <p:cNvPr id="7" name="Picture 6" descr="mh10_eec3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construction and working of a simple DC electric motor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principle and working of a moving-coil galvanometer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Faraday's experiments and state Faraday's laws of electromagnetic induction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Apply Fleming's right-hand rule to find the direction of an induced current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between alternating current (AC) and direct current (DC)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construction and working of an AC 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Electric Motor and the Galvanometer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Turning electrical energy into motion, and detecting current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ELECTRIC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Construction and Working of a DC Motor</a:t>
            </a:r>
          </a:p>
        </p:txBody>
      </p:sp>
      <p:pic>
        <p:nvPicPr>
          <p:cNvPr id="6" name="Picture 5" descr="mh10_eec3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Turning current into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A simple DC motor has a rectangular coil (the armature) mounted between the poles of a permanent magnet, connected to the circuit through a split-ring commutator and brushes.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When current flows through the coil, the two sides of the coil carry current in opposite directions; by Fleming's left-hand rule, they experience forces in opposite directions.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These two opposite forces form a couple that rotates the coil.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split-ring commutator reverses the current in the coil every half rotation, so the forces keep acting in a direction that continues the rotation instead of reversing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GALVANOMETER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Moving-Coil Galvanometer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Purpose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galvanometer is a sensitive instrument used to detect the presence and direction of a small electric current in a circuit.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Principle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works on the same motor-effect principle as an electric motor: a current-carrying coil placed in a magnetic field experiences a torque (turning force).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Construction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coil is wound on a light aluminium frame, suspended between the poles of a permanent magnet, attached to a pointer moving over a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Reading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coil rotates by an amount proportional to the current flowing through it, so the pointer's deflection indicates both the size and the direction of the current.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Motor &amp; Galvanometer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3 questions  •  think before the answer reveals on the next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DC motor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simple DC motor, the split-ring commutator's job is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magnetic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reverse the current in the coil every half rotation so it keeps turning one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 the coil from rotating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convert AC to DC before it enters the motor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DC motor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simple DC motor, the split-ring commutator's job is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the magnetic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reverse the current in the coil every half rotation so it keeps turning one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stop the coil from rotating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convert AC to DC before it enters the motor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Without this reversal, the forces on the coil would reverse direction each half turn and the coil would just oscillate instead of spinning continuously.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Motor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rotation of a DC motor's coil is a direct result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Faraday's law of induction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force on a current-carrying conductor in a magnetic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heating effect of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static electricity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Motor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rotation of a DC motor's coil is a direct result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Faraday's law of induction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force on a current-carrying conductor in a magnetic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heating effect of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static electricity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two sides of the coil feel oppositely directed forces (Fleming's left-hand rule), forming a couple that turns the coil.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Galvanometer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galvanometer is used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 a magnetic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detect the presence and direction of a small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generate electricity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store electric charge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Galvanometer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galvanometer is used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produce a magnetic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detect the presence and direction of a small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generate electricity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store electric charge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Its pointer deflection, caused by the motor-effect torque on its coil, shows both the size and the direction of the current.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Electromagnetic Induction and Generators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Producing current from a changing magnetic field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ELECTROMAGNETIC INDUCTION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Faraday's Experiments</a:t>
            </a:r>
          </a:p>
        </p:txBody>
      </p:sp>
      <p:pic>
        <p:nvPicPr>
          <p:cNvPr id="6" name="Picture 5" descr="mh10_eec3_e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 moving magnet induces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Michael Faraday found that moving a bar magnet in and out of a coil of wire connected to a galvanometer causes the galvanometer's needle to deflect — showing a current is induced in the coil.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needle deflects only while the magnet is moving; it shows no deflection when the magnet is held still inside or outside the coil.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Moving the magnet faster produces a larger deflection, and reversing the direction of motion reverses the direction of deflection.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This production of an electromotive force (EMF), and hence a current, by a changing magnetic field is called electromagnetic induction (EMI).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FARADAY'S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Faraday's Laws of Electromagnetic Induction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First law: whenever the magnetic flux linked with a coil changes, an EMF is induced in the coil; this induced EMF lasts only as long as the flux is changing.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Second law: the magnitude of the induced EMF is directly proportional to the rate of change of magnetic flux linked with the coil.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faster change in flux (e.g. moving the magnet faster, or using more turns) induces a larger EMF.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the coil forms a closed circuit, this induced EMF drives an induced current through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FLEMING'S RIGHT-HAND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Direction of the Induced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Fleming's right-hand rule gives the direction of the induced current when a conductor moves through a magnetic field.</a:t>
            </a:r>
          </a:p>
        </p:txBody>
      </p:sp>
      <p:pic>
        <p:nvPicPr>
          <p:cNvPr id="8" name="Picture 7" descr="mh10_eec3_f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429000"/>
            <a:ext cx="41148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AC VS 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Alternating Current and Direct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tter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Direct current (DC)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Current that flows in only one direction, with a magnitude that may be steady or varying, but never reverses — supplied by cells and batteries.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Alternating current (AC)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Current that regularly reverses its direction and changes magnitude, repeating this pattern at a fixed frequency — this is what mains electricity supplies to homes.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AC for transmission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AC can be easily stepped up or down in voltage using a transformer, making it far more efficient to transmit over long distances than DC.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AC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Construction and Working of an AC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433"/>
                </a:solidFill>
                <a:latin typeface="Calibri"/>
              </a:rPr>
              <a:t>An AC generator has a rectangular coil (armature) that is mechanically rotated between the poles of a magnet.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433"/>
                </a:solidFill>
                <a:latin typeface="Calibri"/>
              </a:rPr>
              <a:t>As the coil rotates, the magnetic flux linked with it continuously changes, so by Faraday's law an EMF is induced in the coil.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433"/>
                </a:solidFill>
                <a:latin typeface="Calibri"/>
              </a:rPr>
              <a:t>The ends of the coil are connected to the external circuit through two separate slip rings and brushes (not a split-ring commutator), so the induced current is allowed to reverse direction — giving alternating current.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2433"/>
                </a:solidFill>
                <a:latin typeface="Calibri"/>
              </a:rPr>
              <a:t>The direction of the induced current at any instant is given by Fleming's right-hand rule.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DC motor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Current-carrying coil in a field turns due to a couple of forces; a commutator keeps it rotating one way.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Galvanometer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Same motor-effect principle, used to detect small currents.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Faraday's laws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changing magnetic flux induces an EMF, proportional to its rate of change.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Fleming's right-hand rule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First finger = Field, thumb = Motion, second finger = induced Current.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AC generator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Rotating coil + slip rings gives an alternating induced current.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EMI &amp; Generators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Faraday's experiment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Faraday's coil-and-magnet experiment, the galvanometer shows a deflection only when the magnet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held still inside the coil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moving relative to the coil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held still far away from the coil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made of iron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Faraday's experiment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Faraday's coil-and-magnet experiment, the galvanometer shows a deflection only when the magnet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held still inside the coil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moving relative to the coil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held still far away from the coil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made of iron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EMF is induced only while the magnetic flux through the coil is changing, which requires relative motion.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Faraday's second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Faraday's second law, the induced EMF is directly proportional to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resistance of the coil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rate of change of magnetic flux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number of cells in the circuit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 of the wire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Faraday's second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Faraday's second law, the induced EMF is directly proportional to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resistance of the coil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rate of change of magnetic flux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number of cells in the circuit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 of the wire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faster-changing flux (faster motion, more turns) induces a larger EMF.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Fleming's right-hand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Fleming's right-hand rule is used to find the direction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force on a current-carrying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induced current due to motion in a magnetic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magnetic field around a straight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resistance of a conductor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Fleming's right-hand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Fleming's right-hand rule is used to find the direction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force on a current-carrying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induced current due to motion in a magnetic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magnetic field around a straight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resistance of a conductor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It is the generator-effect rule: First finger = Field, thuMb = Motion, seCond finger = induced Current.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AC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AC generator uses slip rings, instead of a split-ring commutator, because this allows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coil to rotate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current in the external circuit to reverse direction periodically, giving 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coil to stop rotating smoothly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 to become stronger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AC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AC generator uses slip rings, instead of a split-ring commutator, because this allows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coil to rotate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current in the external circuit to reverse direction periodically, giving 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coil to stop rotating smoothly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magnet to become stronger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Slip rings maintain continuous contact without reversing the connection, so the naturally alternating induced current is passed on unchanged as AC.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From Motion to Current, and Back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motor turns current into motion using one hand's rule; a generator turns motion into current using the other. Between them lies almost every machine that moves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