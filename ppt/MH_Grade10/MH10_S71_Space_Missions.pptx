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back to the Gravitation chapter: an orbiting satellite is in continuous free fall, with gravity providing exactly the centripetal force it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geostationary satellite (fixed over one point, high orbit) with the polar satellite (low, scanning) — a very common comparison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escape velocity is independent of the escaping object's mass — a common conceptual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the staging idea to efficiency: dropping empty stages means the engine no longer has to accelerate dead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dates approximate; the key learning outcome is the significance of each mission, not rote memorisation.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modern, discussion-friendly topic — ask students why clearing space debris is an international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students for the difference between orbital and escape velocity and one Indian mission's significance.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10 • SCIENCE PART 1 •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Space 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Artificial satellites and orbits  •  Escape velocity  •  Launch vehicles  •  India's space programme</a:t>
            </a:r>
          </a:p>
        </p:txBody>
      </p:sp>
      <p:pic>
        <p:nvPicPr>
          <p:cNvPr id="7" name="Picture 6" descr="mh10_space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a space mission and an artificial satellite 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Classify satellites by their use and by their orbits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orbital velocity and escape velocity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a multi-stage launch vehicle places a satellite in orbit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Outline India's major space missions and achievements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space debris is and why its management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Satellites, Orbits and Velocities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keeps a satellite up, and what it takes to get there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SPACE 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Space Missions and Artificial Satellites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Space mission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planned journey or project to send a spacecraft, satellite or probe into space to study the Earth, other bodies or space itself.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Artificial satellite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man-made object deliberately placed into orbit around the Earth (or another body) to perform a specific task.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it stays in orbit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satellite moves fast enough along its path that the Earth's gravity, acting as the centripetal force, keeps bending it into a closed orbit instead of pulling it straight down.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of satellites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Communication, weather forecasting, broadcasting, navigation (GPS), remote sensing, and scientific research.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TYPES OF SATELLITE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Classifying Satellites by Their Orbit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Geostationary satellite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Orbits about 36,000 km above the equator with a period of 24 hours, so it appears fixed over one spot on Earth. Ideal for communication and broadcasting.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Polar (sun-synchronous) satellite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Orbits at a much lower height (a few hundred km) passing over the poles, scanning different strips of the Earth on each pass. Used for weather and remote sensing.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Low, medium and high orbits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Satellites are also grouped by orbit height as Low Earth Orbit (LEO), Medium Earth Orbit (MEO) and geostationary/high orbit, each suited to different tasks.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By purpose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Communication, weather, navigation, earth-observation (remote sensing), military and scientific satellites.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ORBITAL &amp; ESCAPE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Two Important Speeds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satellite must be given exactly the right speed to stay in a circular orbit — its orbital velocity — while a body needs a much larger speed to leave the Earth's gravity altogether.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Orbital velocity is the horizontal speed a satellite needs so that gravity keeps it in a stable orbit; it decreases as the orbit's height increases.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Escape velocity is the minimum speed a body must be given to escape the Earth's gravitational field completely.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the Earth, the escape velocity is about 11.2 km/s.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Escape velocity depends on the mass and radius of the planet, not on the mass of the escaping body.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Satellites &amp; Orbits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Geostationary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geostationary satellite appears to stay fixed above one point on the Earth because its orbital period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hour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 hours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24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month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Geostationary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geostationary satellite appears to stay fixed above one point on the Earth because its orbital period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hour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12 hours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24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geostationary satellite orbits over the equator with a period of 24 hours, matching the Earth's rotation, so it stays above the same 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Polar satellite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Compared with a geostationary satellite, a polar satellite orbits at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much greater height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much lower height, passing over the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fixed point over the equator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height of exactly 36,000 km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Polar satellite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Compared with a geostationary satellite, a polar satellite orbits at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much greater height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much lower height, passing over the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fixed point over the equator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height of exactly 36,000 km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Polar satellites orbit only a few hundred kilometres up and pass over the poles, scanning fresh strips of the Earth — ideal for weather and remote sensing.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Orbit force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force that keeps an artificial satellite moving in its orbit around the Earth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magnetic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Earth's gravitational force acting as centripetal force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 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satellite's own thrust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Orbit force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force that keeps an artificial satellite moving in its orbit around the Earth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magnetic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Earth's gravitational force acting as centripetal force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air 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satellite's own thrust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Gravity continuously pulls the satellite towards the Earth, providing the centripetal force that bends its path into an orbit.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Escape velocity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escape velocity of a body from the Earth's surface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9.8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11.2 km/s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× 10⁸ m/s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300 km/s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Escape velocity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escape velocity of a body from the Earth's surface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9.8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11.2 km/s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 × 10⁸ m/s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300 km/s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About 11.2 km/s is the minimum speed needed to escape the Earth's gravity completely; it does not depend on the mass of the escaping body.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Launch Vehicles and India's Space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Getting to orbit, and what India has achieved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LAUNCH VEHICLES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Satellite Launch Vehicles</a:t>
            </a:r>
          </a:p>
        </p:txBody>
      </p:sp>
      <p:pic>
        <p:nvPicPr>
          <p:cNvPr id="6" name="Picture 5" descr="mh10_space_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Why rockets have stages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satellite is carried into orbit by a launch vehicle (rocket) that works on the principle of conservation of momentum — hot gases are thrown out backwards, pushing the rocket forwards.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single rocket cannot carry enough fuel, so multi-stage launch vehicles are used: each stage burns its fuel and then separates, so the remaining rocket becomes lighter.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lowest, largest stage fires first and is dropped once empty; the upper stages then fire in turn to reach the required speed and height.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India's ISRO has developed launch vehicles such as the PSLV (Polar Satellite Launch Vehicle) and the GSLV (Geosynchronous Satellite Launch Vehicle).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INDIA IN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India's Major Space 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Chandrayaan-1 (2008)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India's first mission to the Moon; it confirmed the presence of water molecules on the lunar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Mangalyaan (2013)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Mars Orbiter Mission made India the first country to reach Mars orbit on its very first attempt, and at remarkably low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Chandrayaan-2 &amp;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Follow-up Moon missions; Chandrayaan-3 achieved a successful soft landing near the Moon's south pole, a world first for that region.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India and space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ISRO launches communication, weather and remote-sensing satellites for India and for other countries, making India a major space-faring nation.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SPACE DEBRIS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Space Debris and Its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What it is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Space debris is the collection of non-working man-made objects orbiting the Earth — spent rocket stages, dead satellites and fragments from collisions.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it is dangerous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Debris travels at very high speed, so even a small piece can seriously damage or destroy a working satellite or spacecraft it strikes.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Growing problem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As more satellites are launched, the amount of debris grows, increasing the risk of collisions and threatening the future use of near-Earth space.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Management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Agencies track debris, design satellites to de-orbit and burn up at the end of their life, and plan missions to remove large pieces of debris.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Artificial satellite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man-made body orbiting the Earth, held in orbit by gravity acting as centripetal force.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Types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Geostationary (24 h, fixed over equator) vs polar (low, over the poles); grouped by orbit and by purpose.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Two speeds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Orbital velocity keeps a satellite in orbit; escape velocity (≈ 11.2 km/s) lets a body leave Earth.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Launch vehicles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Multi-stage rockets (PSLV, GSLV) work by conservation of momentum.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India's missions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Chandrayaan-1/2/3 and Mangalyaan — Moon and Mars achievements.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Space debris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Dangerous orbiting junk that must be tracked and managed.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Launch Vehicles &amp; 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Staging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Multi-stage rockets are used to launch satellites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they look impressive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dropping each empty stage means the rocket no longer has to carry and accelerate dead 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single stage is illegal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they need no fuel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Staging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Multi-stage rockets are used to launch satellites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they look impressive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dropping each empty stage means the rocket no longer has to carry and accelerate dead 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single stage is illegal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they need no fuel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Shedding spent stages makes the remaining rocket lighter, so the same thrust can accelerate it to the high speed needed for orbit.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Rocket principle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launch vehicle moves forward by throwing hot gases backwards. This is an application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Ohm's 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conservation of momentum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Snell's law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lens formula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Rocket principle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launch vehicle moves forward by throwing hot gases backwards. This is an application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Ohm's 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conservation of momentum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Snell's law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lens formula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backward momentum given to the exhaust gases is balanced by an equal forward momentum of the rocket.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Indian 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India's Mars Orbiter Mission is also known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Chandrayaan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Mangalyaan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Aryabhata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PSLV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Indian 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India's Mars Orbiter Mission is also known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Chandrayaan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Mangalyaan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Aryabhata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PSLV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Mangalyaan (the Mars Orbiter Mission) made India the first country to reach Mars orbit on its first attempt.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Space debris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Space debris is a serious hazard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blocks sunlight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travels at very high speed and can damage working satellites on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radioactive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the Earth's gravity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Space debris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Space debris is a serious hazard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blocks sunlight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travels at very high speed and can damage working satellites on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radioactive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increases the Earth's gravity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Even a tiny fragment moving at orbital speed carries enough energy to cripple a satellite it strikes, so debris must be tracked and managed.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Reaching for the 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understanding why a satellite stays up to landing near the Moon's south pole, space missions turn the physics of gravity and motion into humanity's journey beyond the Earth.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