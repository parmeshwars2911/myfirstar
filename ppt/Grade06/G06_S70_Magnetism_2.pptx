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four ways to magnetise. Single touch is the one to know in detail. Induction is temporary; the electrical method is the strongest and is used in electromagnets.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stroking action. Two rules: always stroke in the SAME direction, and lift the pole well clear between strokes. The finishing end takes the polarity opposite to the stroking pole.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electromagnet step by step. The headline idea: its magnetism can be switched on and off with the current — that is what makes it so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strengthen: more turns, more current, soft-iron core. End on the big advantage — it can be switched and 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soft iron (temporary, for electromagnets) with steel (permanent). Tie the choice of material to the job the magnet must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induction with a chain of pins hanging from one magnet. The key idea: induction comes first, and that is the real reason a magnet can attract a piece of iron.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electromagnets to real machines. The crane (switch on to lift, off to drop) best shows why a switchable magnet is so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magnets need care. Keepers give the field a closed path and stop the magnet weakening. Heat, shock and stray fields are the enemies.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three deliberate ways to demagnetise — heating, rough handling, and an AC coil — and tie them back to the care rules from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chapter by matching the magnet to the job: permanent for lasting magnetism, electromagnet for switchable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keepers work: by completing the magnetic loop they stop the poles weakening. This ties the storage rule back to the idea of field lines forming closed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recap. Cold-call students for the ways to make a magnet and the ways to demagnetise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Magnetism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Making a magnet  •  Electromagnets  •  Care &amp; storage  •  Losing magnetism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pic>
        <p:nvPicPr>
          <p:cNvPr id="8" name="Picture 7" descr="g6_electromagne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ways of making a magnet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single-touch (stroking) method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an electromagnet and how to make one stronger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temporary magnets apart from permanent magnets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how magnets should be stored and cared for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ways a magnet can lose its magnetism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Making 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Turning steel and iron into magnets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HOW TO MAGNETISE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Ways to Make a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Single touch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Stroke a steel bar again and again in one direction with one pole of a magnet.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Double touch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Stroke the bar from the middle outwards using two unlike poles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By induction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Simply bringing a magnet near a piece of iron makes the iron a temporary magnet.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mag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By electricity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Pass an electric current through a coil wound around the bar — this makes an electromagnet.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SINGLE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Single-Touch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g6m2_str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24028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8095" y="540410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Stroke in one direction, again and again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Stroke one 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Place the steel bar flat on the table.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Stroke it from one end to the other with one pole of a 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Lift the magnet high at the end of each stroke and repeat many times in the same direction.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bar becomes a magnet; the end where the stroking pole leaves it gets the opposite polarity.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ELECTROMAGNET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Making an 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g6m2_e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40410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Current in the coil magnetises the iron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Coil + iron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Wind insulated copper wire into a coil around a soft-iron core.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Connect the ends of the coil to a cell through a switch.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current flows, the iron core becomes a strong 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Switch the current off and the magnetism almost completely disappears — it is a temporary magnet.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Making an Electromagnet Stronger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Winding more turns of wire on the coil makes the electromagnet stronger.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More 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Increasing the current through the coil increases its strength.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soft-iron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soft-iron core becomes strongly magnetic and boosts the field.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Switchable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magnetism can be turned on and off and even reversed — a permanent magnet cannot do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TEMPORARY VS PERMANENT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Temporary and Permanent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Temporary magnets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of soft iron; magnetic only while the current flows. Used in electromagnets.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Permanent magnets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Made of steel; keep their magnetism for a long time. Used in compasses and fridge magnets.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Is easy to magnetise and easy to demagnetise.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Is harder to magnetise but holds its magnetism well.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Magnetism by Induction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magnet makes more magnets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touching needed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Simply bringing a magnet near a piece of iron turns the iron into a temporary magnet.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Chains of pins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nail clinging to a magnet can itself pick up more nails, which hang in a chain.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It is temporary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Take the magnet away and the induced magnetism almost completely disappears.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attraction works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magnet first induces magnetism in the iron, and that is what lets it then pull the iron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Making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single-touch method, the steel bar is stroked: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both directions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one direction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gently 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Without a magnet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single-touch method, the steel bar is stroked: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both directions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one direction only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gently once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Without a magnet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single touch you stroke the bar repeatedly in the same direction with one pole, lifting the magnet clear between strokes.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made by passing current through a coil wound on a core of: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made by passing current through a coil wound on a core of: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soft-iron core becomes strongly magnetic when current flows and loses it when the current stops, making a good electromagnet.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change makes an electromagnet stronger?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Fewer turns of wire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turns of wire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plastic 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change makes an electromagnet stronger?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Fewer turns of wire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turns of wire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plastic 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More turns of wire (and more current, and a soft-iron core) make an electromagnet stronger.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permanent magnet is usually made of: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Aluminium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permanent magnet is usually made of: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Aluminium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Steel is hard to magnetise but holds its magnetism for a long time, so it is used to make permanent magnets.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Uses, Care &amp; Demagnetisation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Where electromagnets help, and how magnetism is kept or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Electromagnets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 cranes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Powerful electromagnets on cranes lift heavy iron and steel scrap, then drop it by switching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bell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makes the hammer strike the gong again and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Machines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Electromagnets are used in electric motors, loudspeakers, telephones and many devices.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mag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Separating metals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pull magnetic metals out of mixed waste for recycling.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Caring For and Storing 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Looking after magnets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Store in pairs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Keep bar magnets in pairs with unlike poles together.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 keepers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Place soft-iron pieces (keepers) across the ends to preserve their magnetism.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Keep them safe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Do not drop, hammer or heat magnets — this weakens them.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Keep apart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Store magnets away from watches, mobile phones and other magnets.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DEMAGNETISATION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Magnet Loses Its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magnet can lose its magnetism if it is treated roughly or heated — this is called demagnetisation.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a magnet strongly and then cooling it makes it lose its magnetism.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Hammering or dropping a magnet again and again weakens 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Placing it in a coil carrying alternating current (AC) removes its magnetism.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Careless storage near other magnets also makes a magnet weaker over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PERMANENT VS TEMPORARY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Choosing the Right 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Need it to last?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 a permanent (steel) magnet — for a compass or a fridge magnet.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Need to switch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 an electromagnet — for a crane or an electric bell.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Need it strong?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can be made very strong with more turns and more current.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f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Keep it safe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Either kind weakens with heat, shock and careless storage, so handle with care.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KEEPERS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Magnets Need Keepers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Storing bar magnets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poles weaken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Left on their own, the free poles of a magnet slowly lose their strength.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Store in pairs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Place two bar magnets side by side with unlike poles next to each other.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Add soft-iron keepers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Lay small soft-iron bars across the ends to link the poles together.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 complete loop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keepers give the magnetism a closed path, so the magnets stay strong for much longer.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Making magnets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single touch, double touch, induction, electricity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Single touch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stroke one way, lift between strokes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Electromagnet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coil + soft-iron core; magnetism while current flows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Stronger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more turns, more current, soft-iron core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Care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store in pairs with keepers; avoid heat, shock, stray fields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Demagnetise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heating, hammering/dropping, an AC coil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Using &amp; Losing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crane in a scrapyard lifts heavy iron using 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Permanent magnet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Wooden hook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electromagnet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plastic clamp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crane in a scrapyard lifts heavy iron using 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Permanent magnet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Wooden hook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electromagnet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plastic clamp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crane uses an electromagnet: switch the current on to lift the iron, and off to drop it. A permanent magnet could not let go.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soft-iron pieces placed across the ends of stored magnets are called: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Coils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soft-iron pieces placed across the ends of stored magnets are called: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Keepers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Keepers are soft-iron pieces placed across the poles of stored magnets to preserve their magnetism.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Demagnetise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will make a magnet lose its magnetism?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Storing it with keepers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Strongly heating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Keeping it dry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Handling it gently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Demagnetise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will make a magnet lose its magnetism?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Storing it with keepers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Strongly heating it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Keeping it dry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Handling it gently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Strong heating, repeated hammering or dropping, and an AC coil all destroy magnetism. Careful storage with keepers preserves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magnetism of an electromagnet lasts: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 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while current 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at night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when it is hot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magnetism of an electromagnet lasts: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 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Only while current flows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at night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when it is 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electromagnet is a temporary magnet — it is magnetic only while current flows through its coil, and loses it when switched off.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Magnets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stroked steel bar to a switchable electromagnet, we can make, use and even switch off magnetism whenever we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