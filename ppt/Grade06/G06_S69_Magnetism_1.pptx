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the story of lodestone — a natural rock that pulled iron. Establish the two defining behaviours: it attracts iron and it points north–south. These lead into the properties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natural lodestone with artificial magnets. Show or name the common shapes. Stress why artificial magnets are preferred — strength and a chosen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materials into magnetic and non-magnetic. Let students predict, then test, a few classroom objects. Iron, nickel and cobalt are the key magnetic metals.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through the four properties. Demonstrate the directive property with a suspended magnet. The 'break a magnet' idea — you can never get a single pole — surprises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law of poles, then the key exam point: only repulsion proves an object is a magnet, because both a magnet and plain iron will show attraction.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widely magnets are used so the topic feels real. Ask students to spot magnets at home — the fridge door and earphones are good starting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magnetic field as the region of influence. Introduce field lines as a way to picture it. Crowded lines near the poles mean a stronger field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rules for field lines. The two most tested: lines go N to S outside, and they never cross. Crowding near the poles = a stronger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Earth itself acts like a bar magnet, which is why compasses work. Clarify the neat twist: a magnetic south pole sits near the geographic north.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compass is the everyday use of the directive property. Note that nearby iron or magnets spoil the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standard practical of plotting field lines with a small compass. It links the abstract field lines to something students can actually do and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recap. Cold-call for the law of poles and the sure test, which are the most examined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Magnetism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Natural &amp; artificial magnets  •  Magnetic materials  •  Properties of a magnet  •  The Earth as a magnet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_bar_magne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magnets were discovered and name their kinds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magnetic materials apart from non-magnetic 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main properties of a magnet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 of magnetic poles and the sure test of magnetism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magnetic field is and draw its field 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Earth's magnetism and how a compass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Magnets &amp; Their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magnets are and how they behave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Magnet?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magnet is a substance that attracts magnetic materials like iron and points north–south when hung freely.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Magnets were first found as a natural rock called lodestone (magnetite) that attracted iron.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word 'magnet' comes from Magnesia, the place where lodestone was discovered.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magnet has two poles — a north pole and a south pole.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Magnets are used in compasses, fridge doors, loudspeakers, motors and many machines.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Natural and Artificial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Natural magnets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Found in nature as lodestone (magnetite). They are irregular in shape and rather weak.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Artificial magnets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by people from steel or other materials. They are stronger and made in useful shapes.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Common shapes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Bar magnet, horseshoe (U-shaped) magnet, cylindrical magnet, magnetic needle and the ring magnet.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artificial?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can make them strong, give them any shape and make them last — so they are far more useful.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and Non-magnetic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Magnetic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Attracted by a magnet — iron, steel, nickel and cobalt.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Non-magnetic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Not attracted — wood, plastic, rubber, glass, paper, copper and aluminium.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simple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Bring a magnet close: if the object is pulled towards it, the material is magnetic.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daily life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Pins and nails (iron) stick to a magnet, but a wooden pencil or a plastic ruler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a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Attracts iron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magnet attracts magnetic materials, and the pull is strongest at its two poles.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Points north–south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freely suspended magnet always comes to rest pointing north–south (the directive property).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poles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Every magnet has a north and a south pole; break a magnet and each piece is a new magnet with both poles.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Poles and forces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Like poles repel each other and unlike poles attract each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LAW OF POLES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Like Repels, Unlike Attracts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g6m1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1206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Like poles repel; unlike poles attract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sure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Bring two north poles together and they push apart — they repel.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Bring a north pole near a south pole and they pull together — they attract.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Repulsion happens only between two magnets, so repulsion is the sure test of magnetism.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Attraction alone is not a sure test, because a magnet also attracts ordinary iron.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EVERYDAY MAGNETS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Magnets in Everyday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tiny magnet that always points north–south and helps us find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Fridge &amp; cupboards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magnets in the door seal hold the door shut, and fridge magnets stick notes 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&amp;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Magnets make loudspeakers, earphones and electric motors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Sorting &amp; lifting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Big magnets lift and separate iron and steel in scrapyards and recycling plants.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Magnets &amp;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magnetic material?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magnetic material?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Iron is attracted by a magnet, so it is a magnetic material. Wood, plastic and glass are non-magnetic — a magnet does not attract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the north poles of two magnets are brought close, they: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together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the north poles of two magnets are brought close, they: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Like poles repel each other. Two north poles are like poles, so they push apart.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Sure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sure test of whether an object is a magnet 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Repulsion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colour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weight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Sure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sure test of whether an object is a magnet 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Repulsion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colour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weight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Only two magnets repel. A magnet also attracts ordinary iron, so attraction is not a sure test — but repulsion proves the object is a magnet.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bar magnet is broken into two pieces, each piece will have: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north pole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south pole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north and south poles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poles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bar magnet is broken into two pieces, each piece will have: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north pole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south pole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Both north and south poles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poles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You can never get a single pole. Each broken piece becomes a complete new magnet with its own north and south pole.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Magnetic Field &amp; the Earth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space around a magnet, and our planet's magnetism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MAGNETIC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Magnetic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pic>
        <p:nvPicPr>
          <p:cNvPr id="7" name="Picture 6" descr="g6m1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48839"/>
            <a:ext cx="51206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8095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Field lines run from N to S outside the magnet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Field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magnetic field is the region around a magnet where its force can be felt.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picture it using magnetic field lines.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Outside the magnet the field lines run from the north pole to the south pole.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lines are closest together near the poles, where the field is strongest.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FIELD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Magnetic 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Reading a field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Direction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Outside the magnet they point from the north pole to the south pole.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They never cross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Two field lines never cut across each other.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Crowding shows strength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Where the lines are closer together, the magnetic field is stronger — that is near the poles.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Closed loops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Each field line is a closed loop, continuing from S back to N inside the magnet.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Earth Is a Giant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7" name="Picture 6" descr="g6m1_ea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572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magnetic S-pole lies near the geographic North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Earth's magnetism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 behaves as if a huge bar magnet lies inside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a freely suspended magnet always points north–south.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Earth's magnetic south pole lies near the geographic north, so a compass needle's north end points north.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Earth's magnetism shields us and helps us find direction.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Magnetic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small magnetised needle, free to turn, that always settles pointing north–south.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lines up with the Earth's magnetic field, just like any freely suspended magnet.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Finding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Sailors, pilots and trekkers use it to know which way is north.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Keep it away from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Iron objects and other magnets, which disturb the needle and give a wrong reading.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PLOTTING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Mapping a Magnetic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Compass-and-paper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 a small compass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 a plotting compass near a bar magnet on paper and mark where its needle points.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Move and mark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Move the compass a little, mark again, and join the marks to trace one field line.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Build the pattern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Start from different points to draw the whole field-line pattern around the magnet.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Read the strength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Where your lines come out close together, the field is strong; where they spread out, it is weak.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attracts iron and points north–south; first found as lodestone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Materials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iron, steel, nickel, cobalt are magnetic; most others are not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Properties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attracts at poles, directive, two inseparable poles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 of poles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like repel, unlike attract; repulsion is the sure test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region of force; lines run N to S, never cross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acts like a giant magnet, so a compass points north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Fields &amp; the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magnet, the magnetic field lines run from: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pole to north pole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 pole to south pole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the middle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do not move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magnet, the magnetic field lines run from: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pole to north pole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 pole to south pole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the middle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do not move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By convention, magnetic field lines outside a magnet are drawn from the north pole to the south pole.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Field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centre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two poles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away from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the same everywhere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Field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centre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 its two poles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away from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the same everywhere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field is strongest at the poles, where the field lines are most crowded; it is weakest near the middle of the magnet.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compass needle points north–south because: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blown by the wind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acts like a giant magnet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made of gold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very light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compass needle points north–south because: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blown by the wind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Earth acts like a giant magnet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made of gold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very light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Earth behaves like a huge bar magnet, so the compass needle lines up with the Earth's magnetic field and points north–south.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magnetic field lines can never: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curved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Cross each other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close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Point to a pole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magnetic field lines can never: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curved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Cross each other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close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Point to a pole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Field lines never cross. If they did, the field would point in two directions at one place, which is impossible.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Pull of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Magnets attract iron, always seek north and fill the space around them with an invisible field — even our planet is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