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asking why we cannot see in the dark. Establish that seeing needs light entering the eye, and that light is a form of energy. Keep the speed as an awe-fact.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 sources into natural and artificial. Stress the Sun's importance. Mention that not all light needs great heat — the firefly is a 'cool'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luminous (own light) vs non-luminous (seen by reflected light). The Moon is the classic trick example — it looks bright but only reflects the Sun's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Three-way sort by how much light passes. Hold up examples: a clear bottle (transparent), tracing paper (translucent), a book (opaque). Link opaque objects to shadows for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chain source → object → eye. This explains why we see non-luminous things by reflected light, and why a dark room leaves us blind even though the objects are still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ray, beam and medium. Draw a ray with an arrow on the board, then show parallel, convergent and divergent beams with your fingers. These words recur in every light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 clear everyday example of each beam type. Foreshadow that lenses and mirrors (later grades) change one beam into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classic three-cardboard experiment. The key conclusion: light goes straight, so it is blocked the moment the holes no longer line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 the four everyday proofs; we study shadows, pinhole cameras and eclipses in detail next lesson. Sunbeams through trees are the most visible everyday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the physics to things students have seen — sunbeams, lasers, headlights. End on the everyday consequence: we cannot see around a corner.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 sense of scale: seven times round the Earth in a second, 8 minutes from the Sun. Note light slows a little in glass or water — a hook for later grades.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recap. Cold-call students for each, especially luminous vs non-luminous and the meaning of rectilinear propagation.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OPTICS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Light —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What light is  •  Sources of light  •  Luminous &amp; non-luminous  •  How light travels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pic>
        <p:nvPicPr>
          <p:cNvPr id="8" name="Picture 7" descr="g6_sunbeams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that light is a form of energy that lets us see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Name natural and artificial sources of light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Tell luminous bodies apart from non-luminous bodies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Classify objects as transparent, translucent or opaque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 the terms ray, beam and medium correctly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that light travels in straight lines and give proofs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What Light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A form of energy, and where it comes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Is Light?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Light is a form of energy that produces in us the sensation of sight — it lets us see things.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We see an object only when light from it enters our eyes.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Some objects give out their own light; most objects are seen by the light they reflect.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Light travels extremely fast — about 3 × 10⁸ metres per second.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a dark room with no light, we cannot see anything at 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Sources of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Natural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Light that comes from nature — the Sun, the stars, lightning, fireflies and glowing deep-sea creatures.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Artificial 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Light made by humans — an electric bulb, a tube light, a candle, a torch and a kerosene lamp.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 Sun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Our most important natural source; almost all light on Earth comes first from the Sun.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Hot vs cool light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Some sources glow because they are very hot (bulb, flame); others glow without much heat (a firefly).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LUMINOUS OR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Luminous and Non-luminous Bodies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Luminous bodies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Give out their own light — the Sun, stars, a lit bulb, a burning candle and red-hot iron.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Non-luminous bodies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Do not make their own light — a book, a table, a wall, and most things around 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How we see them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We see non-luminous bodies only by the light they reflect from a luminous source into our eyes.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 Moon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Moon is non-luminous; it shines only by reflecting sunlight — it makes no light of its 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LET LIGHT THROUGH?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Transparent, Translucent &amp; Opaque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Transparent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Let almost all light pass through, so we can see clearly through them — clear glass, water and air.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Translucent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Let only some light pass, and scatter it, so we see blurred shapes — frosted glass, butter paper, oiled paper.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Opaque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Let no light pass through at all — wood, stone, metal and cardboard. These cast clear shadows.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How much light passes decides whether we can see through an object and whether it makes a sharp shadow.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HOW WE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We See 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Source → object → eye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Light leaves a source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Light starts at a luminous source such as the Sun or a lamp.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It falls on the object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light travels out and lands on the object we are looking at.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It reflects to our eyes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object reflects some light, which travels in a straight line into our eyes.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The eye senses it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Our eyes receive the light and the brain lets us 'see' the object.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No light, no sight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In total darkness no light reaches our eyes, so we cannot see anything.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Quick Check — Light &amp; Its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Light is best described as: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kind of matter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form of energy that lets us see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type of force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liquid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B. A form of energy that lets us see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Light is a form of energy. We see an object only when light from it enters our eyes; in complete darkness we cannot see anything.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Luminous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is a luminous body?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Moon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mirror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white wall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C. The Sun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The Sun gives out its own light, so it is luminous. The Moon, a mirror and a wall are non-luminous — they are seen only by reflected light.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object you can see through clearly is said to be: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Opaque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Translucent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Transparent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Luminous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C. Transparent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Transparent materials such as clear glass and water let almost all light pass through, so we can see clearly through them.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Frosted (ground) glass is an example of a material that is: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Transparent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Translucent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Opaque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Luminous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B. Translucent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Frosted glass lets only part of the light through and scatters it, so we see only blurred shapes — that makes it translucent.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How Light Travels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Rays, beams and straight-line travel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KEY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Rays, Beams and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The language of 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Ray of light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straight-line path along which light travels, shown by a line with an arrow.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Beam of light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bunch of light rays travelling together.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Parallel beam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Rays that travel side by side, like the beam from a torch far away or the Sun's rays.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Convergent / divergent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convergent beam comes together to a point; a divergent beam spreads out from a point.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Medium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substance through which light travels, such as air, water or glass.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BEAMS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Three Kinds of Beam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Parallel beam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Rays travel side by side and never meet — like the Sun's rays reaching the Earth or a searchlight.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Convergent beam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Rays come together to a single point — like light passing through a magnifying glass.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Divergent beam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Rays spread out from a point — like light spreading from a small bulb or a candle flame.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Lenses and mirrors work by turning one kind of beam into another.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STRAIGHT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Light Travels in a Straight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  <p:pic>
        <p:nvPicPr>
          <p:cNvPr id="7" name="Picture 6" descr="g6l1_rec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12064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784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lamp is seen only when the holes line 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Rectilinear propagation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a single clear medium, light always travels in straight lines.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is called the rectilinear propagation of light.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You can check it: light from a lamp is seen through three holes only when the holes are in one straight line.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Move one card sideways and the light is blocked — proof that light does not bend around corners.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PROOFS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Everyday Proofs of Straight-Line Travel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Shadows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 opaque object blocks light and casts a shadow with the same outline — light cannot bend around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Pinhole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pinhole camera forms an image because rays travel straight through the hole.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Eclipses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Solar and lunar eclipses happen because light from the Sun travels straight and is blocked.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Sunbeams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Straight shafts of sunlight through clouds or trees show the rays travelling in straight lines.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AROUND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Seeing Straight-Line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  <p:pic>
        <p:nvPicPr>
          <p:cNvPr id="7" name="Picture 6" descr="g6_sunbeams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975" y="2057400"/>
            <a:ext cx="493776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30975" y="558698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Sunbeams travel in straight 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Light around 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Shafts of sunlight breaking through clouds or trees are straight, never curved.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laser pointer makes a perfectly straight bright line.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Car headlights and a torch send out straight beams.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Because light goes straight, we cannot see around corners.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FAST!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Speed of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Light is the fastest thing in the universe — nothing travels faster than light.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Speed of light  ≈  3 × 10⁸ metres per second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At this speed light could go around the Earth about seven times in one second.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Sunlight takes about 8 minutes to reach the Earth.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Light travels fastest in vacuum (empty space) and a little slower in air, water or glass.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Light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form of energy that lets us see; travels very fast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Sources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natural (Sun, stars) and artificial (bulb, candle)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Luminous / non-luminous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make own light vs seen by reflected light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Materials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transparent, translucent or opaque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Ray &amp; beam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straight path of light; a bundle of rays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Rectilinear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light travels in straight lines — shadows, pinhole, eclipses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How Light Travels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Propagation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Light travelling in straight lines is called: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Rectilinear propagation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Refraction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Dispersion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B. Rectilinear propagation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The straight-line travel of light is called rectilinear propagation. It is shown by shadows, pinhole images and eclipses.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Beams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beam of light in which the rays come together to a point is a: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Parallel beam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Divergent beam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Convergent beam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Reflected beam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C. Convergent beam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In a convergent beam the rays come together to a point. A divergent beam spreads out, and a parallel beam stays side by side.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We cannot see around corners because light: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Travels in straight 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Travels in curves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too slow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a form of matter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A. Travels in straight 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Since light travels in straight lines and cannot bend around an obstacle, we cannot see objects hidden around a corner.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speed of light is about: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 × 10³ m/s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 × 10⁵ m/s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 × 10⁸ m/s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 × 10¹⁰ m/s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C. 3 × 10⁸ m/s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Light travels at about 3 × 10⁸ metres per second in vacuum — the fastest speed in the universe. Sunlight takes about 8 minutes to reach us.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Light Travels Straight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Light is energy that lets us see — and it always travels in straight lines, which is why we get shadows, images and eclipses.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