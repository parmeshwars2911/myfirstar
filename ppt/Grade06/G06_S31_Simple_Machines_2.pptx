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pulley as a grooved wheel and a rope. Distinguish fixed (stays put) from movable (rises with the load) — this difference decides the 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fixed pulley's whole value is convenience — pulling down is easier than lifting up, even though MA = 1. Use the well and the flagpole as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movable pulley actually reduces effort (MA = 2) because two rope strands share the load. Its drawback is you must pull upward. This motivates combining pulleys.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combining pulleys multiplies the MA — it equals the number of strands supporting the load. This is how cranes lift tonnes with a manageable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wheel and axle are rigidly joined and turn together. The larger the ratio R/r, the greater the force multiplication. Point out everyday examples they use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Substitute the two radii into MA = R/r. Reinforce that a bigger wheel compared with the axle gives a larger mechanical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trade-off is the key idea: a ramp needs less effort but you move through a greater distance. A gentler (and so longer) slope means a bigger 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MA = l/h. Remind students the load travels the full 8 m along the slope, so we trade a longer distance for a smaller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wedge is a moving inclined plane (two of them). The small downward effort becomes a large sideways force — that is how an axe splits wood and a knife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thread is just a ramp wrapped round a rod. Each full turn drives the screw forward by the thread spacing, giving a large mechanical advantage in a screw jack.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care back to efficiency: less friction and rust means more of our effort does useful work and the machine lasts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 of each machine and its MA. Cold-call students to match a real tool to its machine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Simple Machines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Pulleys  •  Wheel and axle  •  Inclined plane  •  Wedge  •  Screw  •  Caring for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sm2_pulley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single fixed and a single movable pulley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mechanical advantage of each kind of pulley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wheel and axle multiplies effort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MA = length / height for an inclined plane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Recognise the wedge and the screw as simple machines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sensible ways to take care of machines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Pulleys &amp; the Wheel and Axle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Lifting loads with ropes and wheels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PULLEY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Pulley?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g6sm2_pulley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single fixed pulley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grooved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pulley is a wheel with a grooved rim over which a rope or string passes.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Pulling one end of the rope raises a load tied to the other end.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pulley fixed to a support is a fixed pulley.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pulley whose axle is free to move up and down is a movable pulley.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FIXED PULLEY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Single Fixed Pulley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wheel is fixed to a beam; you pull down on one side and the load rises on the 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Mechanical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ideal MA is 1 — the effort equals the load, so it does not reduce the force.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use it then?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changes the direction of the force, letting you pull downward, which is far more convenient.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Drawing water from a well and hoisting a flag up a pole.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MOVABLE PULLEY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Single Movable Pulley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g6sm2_pulley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single movable pulley halves the effort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Here the pulley itself moves up with the load.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load is shared by two strands of rope, so the effort is only half the load.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ideal mechanical advantage is therefore 2.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does not change the direction of the force — you pull upward.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BLOCK &amp; TACKLE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Combining Pulleys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g6sm2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420624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6986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Two strands support the load → MA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Many strands, big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can combine fixed and movable pulleys into a block and tackle.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more rope strands that support the load, the greater the mechanical advantage.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fixed pulley in the set also lets us pull downward comfortably.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Cranes and lifts use such pulley systems to raise very heavy 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WHEEL &amp; AXLE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Wheel and Axle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large wheel is fixed to a smaller axle so that both turn together; the effort turns the wheel and the load is raised by the axle.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MA  =  radius of wheel (R)  /  radius of axle (r)</a:t>
            </a:r>
          </a:p>
        </p:txBody>
      </p:sp>
      <p:pic>
        <p:nvPicPr>
          <p:cNvPr id="11" name="Picture 10" descr="g6sm2_wheelax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526280"/>
            <a:ext cx="41148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Mechanical Advantage of a Wheel &amp; Axle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wheel of radius 50 cm is fixed to an axle of radius 10 cm. Find the mechanical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radius of wheel / radius of axle = R / 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50 cm,  r = 10 cm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50 / 10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 = 5  (a small effort on the wheel raises 5 times the load)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Pulleys &amp; Wheels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Fixed pulley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main use of a single fixed pulley is to: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 the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the direction of the force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 the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Change the direction of the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A single fixed pulley has MA = 1, so it does not reduce effort. Its value is that it lets us pull downward to raise a load upward — much more convenient.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Movable pulley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ideal mechanical advantage of a single movable pulley 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Two strands of rope share the load in a single movable pulley, so the effort is half the load and the ideal MA is 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Wheel &amp; axle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wheel and axle, the mechanical advantage is given by: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/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/ 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× 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 + 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R /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radius of wheel ÷ radius of axle = R / r. As the wheel is larger than the axle, R/r is greater than 1, so it multiplies the effort.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Identify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steering wheel is an example of which simple machine?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pulley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 and axle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wedge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A wheel and axle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Turning the large steering wheel turns the smaller steering column (axle), so it is a wheel-and-axle machine.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Inclined Plane, Wedge &amp; Screw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Sloping surfaces that make lifting easier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INCLINED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Inclined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An inclined plane is a sloping surface used to raise a heavy load with less effort than lifting it straight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MA  =  length of slope (l)  /  height (h)</a:t>
            </a:r>
          </a:p>
        </p:txBody>
      </p:sp>
      <p:pic>
        <p:nvPicPr>
          <p:cNvPr id="11" name="Picture 10" descr="g6sm2_in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526280"/>
            <a:ext cx="41148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Mechanical Advantage of a Ramp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ramp is 8 m long and lifts a load to a height of 2 m. Find its ideal mechanical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length of slope / height = l / 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l = 8 m,  h = 2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8 / 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 = 4  (the effort is one-fourth of lifting straight up)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7" name="Picture 6" descr="g6sm2_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wedge turns a small push into a big splitting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Two inclined planes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wedge is two inclined planes joined back to back to give a sharp edge.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downward effort on the wedge produces a large sideways force that splits or cuts.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used to separate, cut or fasten objects.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an axe, a knife, a chisel, a nail and a needle.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pic>
        <p:nvPicPr>
          <p:cNvPr id="7" name="Picture 6" descr="g6sm2_sc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965960"/>
            <a:ext cx="4572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96735" y="56784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screw is an inclined plane around a cylinder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wrapped-up ramp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screw is an inclined plane wrapped around a cylinder.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ridges going round the screw are called the threads.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Turning the screw makes it move forward into the material — rotation becomes straight-line motion.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a screw, a bolt and nut, a screw jack and a vice.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CARE OF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Taking Care of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Reduce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Oil and grease the moving parts so they rub less and the machine works more efficiently.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Keep them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Dust and dirt increase friction and wear, so keep machines clean and dry.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Prevent 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Wipe metal parts and keep them dry, or paint them, to stop rusting.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 and store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Sharpen cutting edges, handle parts gently and replace worn-out parts in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Fixed pulley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 = 1; only changes the direction of the force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Movable pulley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 = 2; effort is half the load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Wheel &amp; axle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 = R / r; a big wheel turns a small axle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Inclined plane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 = l / h; less effort over a longer distance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Wedge &amp; screw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moving and wrapped inclined planes that cut and fasten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oil, clean and protect machines to keep them efficient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Slopes, Wedges &amp; Screws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Inclined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Using a ramp instead of lifting straight up means you apply: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effort over a shorter 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effort over a longer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effort at all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Less effort over a longer distance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An inclined plane trades distance for force: you push a smaller effort but move the load through a greater distance along the slope.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Inclined plane 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ramp is 6 m long and 2 m high. Its ideal mechanical advantage is: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length / height = 6 / 2 = 3. A longer, gentler slope would give an even greater mechanical advantage.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wedge is best described as: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 and a 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inclined planes joined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bar turning about a fulcrum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grooved wheel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Two inclined planes joined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A wedge is two inclined planes back to back forming a sharp edge. A small downward effort gives a large sideways force, as in an axe or a knife.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screw is really which simple machine in disguise?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pulley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inclined plane wrapped around a cylinder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 and axle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An inclined plane wrapped around a cylinder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thread of a screw is an inclined plane coiled around a rod. Each turn drives the screw forward, giving a large mechanical advantage.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Simple Machines, Smarter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Levers, pulleys, ramps, wedges and screws all do one thing — they let a small effort handle a big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