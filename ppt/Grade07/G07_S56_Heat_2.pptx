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big picture of heat's effects before the details. The three you will test most are: temperature rise, expansion, and change of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three effects with examples — a warming spoon, a melting ice cube, boiling water. Stress that cooling reverses each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particle picture: heat loosens the particles until they can flow (liquid) or fly free (gas). The subtle point — temperature pauses during melting and boiling — can be mentioned simply.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each change its proper name and a homely example. Heating drives the forward changes (melting, boiling); cooling drives the reverse ones (condensation, freezing).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the effects to daily life. The cracked-glass example previews why uneven expansion matters — the theme of Part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rule and the order gas &gt; liquid &gt; solid. Explain it through particle spacing: the freer the particles, the more room the extra motion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classic demonstration. The fairness of the test (same ball, same ring) makes it convincing. It proves a solid really does grow when heated.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the order with the particle picture. A gas in a warmed flask pushes a liquid index along a tube far more than a solid rod lengthens — a quick way to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cause: different metals expand by different amounts, so a bonded strip must bend. The thermostat and fire-alarm uses make it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standard ICSE applications. Each one either makes room for expansion (gaps, rollers, slack) or uses contraction on cooling (shrink-fitting). Have students spot rail gaps near home.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expansion is not just a problem to design around but also something useful — thermometers and hot-air balloons both rely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cold-call for each. The order of expansion and the bimetallic strip are the most examined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Effects of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What heat does to a body  •  Change of state  •  Thermal expansion of solids, liquids and gases</a:t>
            </a:r>
          </a:p>
        </p:txBody>
      </p:sp>
      <p:pic>
        <p:nvPicPr>
          <p:cNvPr id="7" name="Picture 6" descr="g7_kettle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main effects produced when a body is heated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change of state in terms of heating and cooling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that solids, liquids and gases expand on heating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Compare the expansion of solids, liquids and gases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ball-and-ring and bimetallic-strip experiments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Give everyday applications and problems of thermal expansion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Effects of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adding heat changes a body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Heat Does to a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When a body is heated it can change in several ways — its temperature, its size and even its state can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temperature of the body usually rises.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body expands — it increases in size.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state may change: a solid can melt, a liquid can boil into vapour.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Heating can also change properties such as colour, or drive a chemical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THREE MAIN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Three Effects to Know Well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thermo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Rise in temperature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Heating a body usually makes it hotter — its temperature goes 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ru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Almost every substance gets a little bigger when heated and shrinks when cooled.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d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Change of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solid melts to a liquid, and a liquid boils to a gas, on strong heating.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sn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Reversible by cooling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Cooling reverses these: a gas condenses, a liquid freezes, a body contracts.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CHANGE OF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Melting, Boiling and Back Again</a:t>
            </a:r>
          </a:p>
        </p:txBody>
      </p:sp>
      <p:pic>
        <p:nvPicPr>
          <p:cNvPr id="6" name="Picture 5" descr="g7h2_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240280"/>
            <a:ext cx="54864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82335" y="540410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Particles gain energy and break apart on heating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Solid → liquid →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Heating a solid gives its particles enough energy to break free, so it melts into a liquid.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Heating the liquid further turns it into a gas (boiling or evaporation).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Cooling reverses the journey: a gas condenses and a liquid freezes.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During a change of state the heat goes into changing the state, not raising the temperature.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NAMING THE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Changes of State Have Names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d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Melting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Solid → liquid on heating, as ice becomes water.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f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Boiling / evaporation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Liquid → gas on heating, as water becomes steam.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sn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Condensation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Gas → liquid on cooling, as steam wets a cold lid.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sn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Freezing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Liquid → solid on cooling, as water becomes 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EVERYDAY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Effects of Heat Around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Heat at work every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Cooking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changes food by raising its temperature and causing chemical changes.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Ice to water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warm day melts ice and snow — a change of state.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Drying clothes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from the Sun turns water into vapour, drying wet clothes.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Cracking glass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Sudden, uneven heating can expand glass unevenly and crack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Effects of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Effects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NOT a usual effect of heating a body?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Rise in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of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Decrease in size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Effects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NOT a usual effect of heating a body?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Rise in temperature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Change of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Decrease in size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Heating usually makes a body expand (increase in size), not shrink. A body contracts only when it is cooled.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Change of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a solid is heated strongly it first: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Freezes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Melts into a liquid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Condenses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Change of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When a solid is heated strongly it first: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Freezes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Melts into a liquid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Condenses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Contracts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Heating gives the particles of a solid enough energy to break free of their fixed positions, so the solid melts into a liquid.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Particles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 heating, the particles of a substance: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Stop moving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Move faster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Get heavier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Disappear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Particles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On heating, the particles of a substance: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Stop moving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Move faster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Get heavier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Disappear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Heat is energy, so the particles move or vibrate faster when a body is heated. This is what raises its temperature and can change its state.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Reversing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change of state from gas back to liquid on cooling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Condensation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Reversing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change of state from gas back to liquid on cooling is called: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Boiling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Condensation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Cooling a gas removes energy from its particles until they come together as a liquid — this is condensation, the reverse of boiling.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Thermal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Why heated things grow, and how we use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THERMAL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Makes Things Expand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Almost all substances — solids, liquids and gases — expand on heating and contract on cooling.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Heating makes the particles move more and take up more space, so the body expands.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the same rise in temperature, gases expand the most and solids the least.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order of expansion is: gases &gt; liquids &gt; solids.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expansion is small for solids but large enough to matter in bridges and railway lines.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BALL &amp;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Ball-and-Ring Experiment</a:t>
            </a:r>
          </a:p>
        </p:txBody>
      </p:sp>
      <p:pic>
        <p:nvPicPr>
          <p:cNvPr id="6" name="Picture 5" descr="g7h2_ball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30352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The heated ball is too large for the 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Solids expand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cold, a metal ball just passes through a metal ring.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Heat the ball and it expands, becoming slightly larger.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Now the same ball will no longer pass through the ring.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Cool the ball again and it contracts, so it passes through once more — proving solids expand on heating.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WHICH EXPANDS MOST?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Comparing Solids, Liquids and Gases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a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Solids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Expand the least; the particles are tightly held in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Liquids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Expand more than solids; their particles are looser.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Expand the most; their particles are far apart and move freely.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rul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The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 the same heating: gases &gt; liquids &gt; solids.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BIMETALLIC STRIP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Bimetallic Strip</a:t>
            </a:r>
          </a:p>
        </p:txBody>
      </p:sp>
      <p:pic>
        <p:nvPicPr>
          <p:cNvPr id="6" name="Picture 5" descr="g7h2_bime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2148839"/>
            <a:ext cx="512064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095" y="549554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Brass expands more, so the strip curls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3946"/>
                </a:solidFill>
                <a:latin typeface="Calibri"/>
              </a:rPr>
              <a:t>Two metals, unequal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Two different metals, such as brass and iron, are riveted together into one strip.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heated, brass expands more than iron.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unequal expansion makes the strip bend, with brass on the outside of the curve.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E6394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bending is used in thermostats and fire alarms to switch a circuit on or off.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USES &amp;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Expansion in Everyday Life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fo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Railway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Small gaps are left between rails so they can expand in summer without buckling.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ra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Bridges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One end of a bridge rests on rollers to allow for expansion and contraction.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Overhead wires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Telephone and power wires are left slightly slack so they do not snap when they contract in winter.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g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Fitting metal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hot iron rim shrinks tightly onto a wooden wheel as it cools — used in carts and wheels.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EXPANSION AT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Putting Expansion to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_thermo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04288"/>
            <a:ext cx="32004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Liquid thermometer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thermometer works because its liquid expands up the tube as it warms.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304288"/>
            <a:ext cx="320040" cy="320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Hot-air balloon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Heated air expands, becomes lighter and lifts the balloon.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_ra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33087"/>
            <a:ext cx="320040" cy="320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Gaps and rollers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Builders leave room so expansion does not crack or buckle structures.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on_g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133087"/>
            <a:ext cx="320040" cy="3200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Shrink-fitting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heated metal ring slipped on, then cooled, grips tightly as it contracts.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Effects of heat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temperature rise, expansion, change of state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Change of state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solid → liquid → gas on heating; reversed on cooling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Expansion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almost everything expands on heating, contracts on cooling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Order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gases expand most, solids least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Bimetallic strip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two metals bend on heating — thermostats, alarms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Applications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rail gaps, bridge rollers, slack wires, shrink-fitting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Thermal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For the same rise in temperature, the greatest expansion is shown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Liquids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equally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Q1 -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For the same rise in temperature, the greatest expansion is shown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Solids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Liquids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Gases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5029200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4983479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equally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Gas particles are far apart and move freely, so for the same heating a gas expands the most. The order is gases &gt; liquids &gt; solids.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Ball and 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the ball-and-ring experiment, the heated ball does not pass through the ring because it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Shrunk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Cooled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Q2 - Ball and 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the ball-and-ring experiment, the heated ball does not pass through the ring because it has: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Shrunk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Expanded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Cooled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Heating makes the metal ball expand, so it becomes slightly too large to pass through the ring — proof that solids expand on heating.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Bimetallic strip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bimetallic strip bends on heating because the two metals: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Have the same 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Expand by different amounts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 expand at 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 together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Q3 - Bimetallic strip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bimetallic strip bends on heating because the two metals: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Have the same length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Expand by different amounts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Do not expand at 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Melt together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The two metals expand unequally for the same heating, so the bonded strip must bend — with the metal that expands more on the outside of the curve.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Gaps are left between railway lines mainly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Save metal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Allow for expansion in summer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 noise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joining easier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6394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Q4 - Applications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Gaps are left between railway lines mainly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Save metal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3175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749039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Allow for expansion in summer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0" y="3995927"/>
            <a:ext cx="365760" cy="365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3950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Reduce noise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782312"/>
            <a:ext cx="3840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Make joining easier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779008"/>
            <a:ext cx="10881360" cy="566928"/>
          </a:xfrm>
          <a:prstGeom prst="roundRect">
            <a:avLst>
              <a:gd name="adj" fmla="val 10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77900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A9D8F"/>
                </a:solidFill>
                <a:latin typeface="Arial"/>
              </a:rPr>
              <a:t>Why  </a:t>
            </a:r>
            <a:r>
              <a:rPr sz="1200" b="0" i="0">
                <a:solidFill>
                  <a:srgbClr val="1D2433"/>
                </a:solidFill>
                <a:latin typeface="Calibri"/>
              </a:rPr>
              <a:t>On a hot day the steel rails expand. The gaps give them room to lengthen without buckling and bending out of shape.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Heat Changes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warms, expands and even melts a body — and the small expansion of solids is large enough to shape how we build rails, bridges and wheels.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