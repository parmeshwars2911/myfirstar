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each term against the diagram. Use a graph of a wave to make the longitudinal sound wave easier to picture; the same words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f = 1/T with the 256 Hz example (middle C-ish on a tuning fork). High frequency ↔ short period is the idea to lock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the audible range 20 Hz–20 kHz, then define infrasonic (below) and ultrasonic (above). Animals such as bats and dogs hear beyond our range — a favourite exam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the two commonly confused ideas: loudness ↔ amplitude, pitch ↔ frequency. Quality (timbre) explains why instruments sound different on the same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musical sound (regular vibrations, pleasant) from noise (irregular, unpleasant). Touch on noise pollution as a real-world concern students will recognise.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340 m/s in air and the much higher speeds in water and steel. The lightning-before-thunder gap is the everyday proof that light far outruns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to-and-fro point: the sound covers twice the distance to the cliff. Find the total path first, then halve it to get the distance to the cliff.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an echo as a distinctly heard reflected sound, and give the minimum-distance condition (~17 m so the echo arrives at least 0.1 s after the original). SONAR is the standard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Spell out the conditions: minimum ~17 m (from the 0.1 s persistence of hearing) and a hard reflecting surface. This is a common short-answer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reflection and ultrasound are put to work — SONAR, medical scanning, cleaning and the megaphone. Each relies on sending and reflecting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hard surfaces (reflect → echo, reverberation) with soft, porous ones (absorb). This is why a bare hall echoes but a curtained cinema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The two pairs to nail: loudness/amplitude and pitch/frequency.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Describing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Wave terms  •  Audible range  •  Loudness, pitch &amp; quality  •  Speed, echo and absorption</a:t>
            </a:r>
          </a:p>
        </p:txBody>
      </p:sp>
      <p:pic>
        <p:nvPicPr>
          <p:cNvPr id="7" name="Picture 6" descr="g7_drum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wavelength, amplitude, frequency and time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audible range and define ultrasonic and infrasonic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Relate loudness to amplitude and pitch to frequency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speed of sound and compare it with the speed of light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reflection of sound and how an echo forms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absorption of sound and its everyday 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Describing a Sound 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words that measure a wave, and what we hear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WAVE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Language of Waves</a:t>
            </a:r>
          </a:p>
        </p:txBody>
      </p:sp>
      <p:pic>
        <p:nvPicPr>
          <p:cNvPr id="6" name="Picture 5" descr="g7s2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Crest, trough, amplitude and wavelength on a wave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Wavelength, amplitude,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wave has crests (highest points) and troughs (lowest points).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Wavelength is the distance between two successive compressions (or two crests).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Amplitude is the maximum displacement of a particle from its rest position.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Frequency is the number of waves produced per second, measured in hertz (Hz).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FREQUENCY &amp;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Frequency and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Frequency tells us how many vibrations happen each second; the time period is the time taken for one vibration.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frequency  f  =  1 / time period (T)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Frequency is measured in hertz (Hz); 1 Hz means one vibration per second.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time period T is the time for one complete vibration, measured in seconds.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Frequency and time period are reciprocals: a high frequency means a short period.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sound of 256 Hz means the source makes 256 vibrations every second.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WHAT WE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Audible, Ultrasonic &amp; Infrasonic</a:t>
            </a:r>
          </a:p>
        </p:txBody>
      </p:sp>
      <p:pic>
        <p:nvPicPr>
          <p:cNvPr id="6" name="Picture 5" descr="g7s2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514600"/>
            <a:ext cx="54864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12978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Humans hear only the middle, audible band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20 Hz to 20 kHz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human ear can hear sounds between about 20 Hz and 20,000 Hz — the audible range.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Sounds below 20 Hz are infrasonic; we cannot hear them.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Sounds above 20,000 Hz are ultrasonic; we cannot hear them either.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Dogs, bats and dolphins can hear ultrasonic sounds that we cannot.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Loudness, Pitch and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How loud or soft a sound is; it depends on the amplitude — bigger amplitude, louder sound.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How shrill or flat a sound is; it depends on the frequency — higher frequency, higher pitch.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Quality (timbre)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What lets us tell a flute from a violin playing the same note.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drum is loud (large amplitude); a whistle is high-pitched (high frequency).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MUSIC VS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Pleasant and Unpleasant Sounds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Musical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pleasant sound made by regular, smooth vibrations — a flute or a sitar.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unpleasant sound made by irregular, sudden vibrations — a slamming door or traffic.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difference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Music has a steady pattern of vibration; noise does not.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Noise pollution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Too much loud, unwanted sound harms hearing and should be reduced.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Wave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number of vibrations made in one second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 period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number of vibrations made in one second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Frequency is the number of vibrations (or waves) per second, measured in hertz (Hz). It is the reciprocal of the time period.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Audible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audible range of the human ear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Hz to 200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 Hz to 20,000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Hz to 2000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20,000 Hz to 200,000 Hz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Audible range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audible range of the human ear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Hz to 200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 Hz to 20,000 Hz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Hz to 2000 Hz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20,000 Hz to 200,000 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Humans can normally hear frequencies from about 20 Hz to 20,000 Hz. Below this is infrasonic and above it is ultrasonic.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loudness of a sound depends mainly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Loudness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loudness of a sound depends mainly on its: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 larger amplitude means the source vibrates through a bigger distance, carrying more energy and producing a louder sound.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of higher frequency is heard as one of higher: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sound of higher frequency is heard as one of higher: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Loudness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Quality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Pitch depends on frequency: the higher the frequency, the higher (more shrill) the pitch of the sound.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Speed, Echo &amp; Absorption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fast sound goes and what happens when it hits a surface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SPEED OF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Speed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Sound travels much more slowly than light — about 340 metres per second in air at room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speed  =  distance / time   (v = d / 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air the speed of sound is roughly 330–340 m/s.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far faster in water (≈ 1500 m/s) and in solids (steel ≈ 5000 m/s).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is about a million times faster than sound.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That is why we see a lightning flash before we hear the thunder.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Far Is the Cliff?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A4C93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boy claps his hands and hears the echo from a cliff 1.5 s later. If the speed of sound is 340 m/s, how far away is the cliff?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The sound travels to the cliff and back, so it covers 2 × 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Total distance = speed × time = 340 × 1.5 = 510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This is the to-and-fro distance, so 2 × d = 510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 = 510 / 2 = 255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cliff is 255 m away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Reflection of Sound and the Echo</a:t>
            </a:r>
          </a:p>
        </p:txBody>
      </p:sp>
      <p:pic>
        <p:nvPicPr>
          <p:cNvPr id="6" name="Picture 5" descr="g7s2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3035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Sound returns from a distant wall as an echo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Reflected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bounces back (reflects) when it strikes a hard, distant surface.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reflected sound heard separately from the original is called an echo.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To hear a clear echo the reflecting surface must be far enough away (at least about 17 m).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Echoes are used in ships' SONAR to measure the depth of the sea.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 CLEAR 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When Do We Hear an Echo?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Conditions for an echo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Far enough away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reflecting surface must be at least about 17 m away.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17 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ear keeps a sound for about 0.1 s, so the echo must arrive at least that much later.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Hard surface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hard, smooth surface like a cliff or wall reflects sound well; soft surfaces absorb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 enough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original sound must be loud enough for the reflected sound to still be heard.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ULTRASOUND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Reflected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Ships send sound pulses to the seabed and time the echo to measure the sea's depth.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Medical scans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Ultrasound echoes build images of a baby or organs inside the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Ultrasonic vibrations shake dirt off delicate parts and jewellery.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Megaphone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cone reflects sound forward into a narrow beam so it carries further.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REFLECTION &amp; ABSORPTION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Bouncing and Soaking Up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single reflected sound heard after the original, as from a cliff or empty hall.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Reverberation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Many quick reflections in a room make the sound drag on; soft surfaces reduce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n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Absorption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Soft, porous materials like curtains and carpets soak up sound instead of reflecting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Soundproofing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Cinemas and studios use soft panels to absorb sound and stop echoes.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Wave 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wavelength, amplitude, frequency (Hz), time period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 and 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 = 1/T; high frequency means short period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Audible range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20 Hz–20 kHz; below = infrasonic, above = ultrasonic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Loudness &amp; pitch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loudness ↔ amplitude; pitch ↔ frequency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≈ 340 m/s in air; far faster in water and solids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Echo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reflected sound; needs a far, hard surface; used in SONAR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Speed &amp; 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speed of sound in air at room temperature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3400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10⁸ m/s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speed of sound in air at room temperature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340 m/s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3400 m/s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 × 10⁸ m/s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Sound travels at roughly 340 m/s in air — far slower than light (3 × 10⁸ m/s), which is why we see lightning before we hear thunder.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reflected sound heard separately from the original sound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vibration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echo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frequency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overtone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reflected sound heard separately from the original sound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vibration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An echo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frequency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 overtone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An echo is sound reflected from a distant hard surface and heard clearly after the original sound.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Echo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boy hears the echo of his clap from a wall after 2 s. If sound travels at 340 m/s, the wall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680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1360 m away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Echo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boy hears the echo of his clap from a wall after 2 s. If sound travels at 340 m/s, the wall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170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340 m away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680 m away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1360 m away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Total distance = 340 × 2 = 680 m. This is to the wall and back, so the wall is 680 / 2 = 340 m away.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Absorption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Curtains and carpets are used in halls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 up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echoes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Absorption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Curtains and carpets are used in halls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Absorb sound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 up sound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echoes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Soft, porous materials such as curtains and carpets absorb sound, reducing echoes and reverberation in a room.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Sound,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Frequency sets the pitch and amplitude the loudness; sound travels at about 340 m/s and returns from far surfaces as an echo.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