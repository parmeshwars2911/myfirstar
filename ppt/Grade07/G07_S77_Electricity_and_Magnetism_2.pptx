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make-and-break cycle: current → magnet pulls armature → contact breaks → spring returns it → contact remakes. This rapid cycle makes the continuous ringing.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Earth as a giant magnet. The compass works because the needle aligns with the Earth's field. Lead into the small offset between magnetic and geographic north.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declination as the angle between magnetic and geographic north. It is small but matters for accurate navigation, so maps note the local declination.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tour of everyday magnet uses to broaden the picture before moving on to electricity. The compass links back to Earth's magnetism.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compass as a tiny pivoted magnet aligning with the Earth's field. Warn that nearby iron or magnets disturb it — a practical point for using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sources into chemical cells, generators (mains) and solar. The dry cell is the portable source; the mains is generated far away and carried by 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variety of energy changes electricity makes possible — light, heat, motion and sound. Ask students to name an appliance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the cells stack in series (+ to −) to add their voltages. The torch is a complete everyday circuit: cells, switch, bulb and connecting strips.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circuit must be complete for current to flow — a single break (an open switch) stops everything. Introduce the conventional direction (+ to −).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materials into conductors and insulators of electricity. The copper-wire-in-plastic-sheath example shows both used together — one to carry current, one to protect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Part 2 with the responsible-use message: saving electricity saves money and the fuel burned to generate it. Simple habits make a real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The complete-circuit idea and the conductor/insulator pairing are key for the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Electricity in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electric bell  •  Earth's magnetism  •  Sources of electricity  •  Cells and circuits</a:t>
            </a:r>
          </a:p>
        </p:txBody>
      </p:sp>
      <p:pic>
        <p:nvPicPr>
          <p:cNvPr id="7" name="Picture 6" descr="g7_bell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an electric bell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Earth's magnetism and magnetic declination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the main sources and uses of electricity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dry cells are connected in a torch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flow of current in a simple circuit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electrical conductors from insulators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Bell &amp; the Earth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An electromagnet at work and the Earth as a magnet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ELECTRIC 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an Electric Bell Works</a:t>
            </a:r>
          </a:p>
        </p:txBody>
      </p:sp>
      <p:pic>
        <p:nvPicPr>
          <p:cNvPr id="6" name="Picture 5" descr="g7e2_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43891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76986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armature vibrates, striking the gong again and again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Make and break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Pressing the switch completes the circuit, so current flows through the electromagnet.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electromagnet pulls the soft-iron armature, and the hammer strikes the gong.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Moving across breaks the contact, the current stops and the spring pulls the armature back.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Contact is made again, so the hammer strikes repeatedly and the bell 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EARTH'S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Earth Is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Earth behaves as if it has a huge bar magnet inside it, which is why a compass needle points north–south.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freely suspended magnet (a compass) sets itself along the Earth's field.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Earth's magnetic poles are close to, but not exactly at, its geographic poles.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lets travellers and sailors find direction with a compass.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compass has guided explorers for hundreds of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DECLINATION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Magnetic Declination</a:t>
            </a:r>
          </a:p>
        </p:txBody>
      </p:sp>
      <p:pic>
        <p:nvPicPr>
          <p:cNvPr id="6" name="Picture 5" descr="g7e2_de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965960"/>
            <a:ext cx="4572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96735" y="56784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Declination is the angle between the two norths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True vs magnetic north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compass points to the magnetic north, not the true (geographic) north.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angle between the magnetic north and the geographic north is the magnetic declination.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Its value is small and differs from place to place on the Earth.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Sailors and pilots must allow for declination to steer an accurate course.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MAGNETS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Magnets Help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Compass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tiny pivoted magnet that always points north–south for finding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mag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Fridge &amp; catches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Small magnets hold doors shut and stick notes to the fridge.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Recording &amp;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Magnetic strips store information on cards and tapes.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Motors &amp; speakers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Magnets are vital parts of electric motors and loudspeakers.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More About the Compass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Finding the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small magnetised needle balanced on a pivot so it can turn freely.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How it works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needle lines up with the Earth's magnetic field, pointing north–south.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Marking north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north-seeking end is usually coloured or marked to show direction.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Keep it away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Keep iron and other magnets away from a compass, or it will give a wrong reading.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Bell &amp;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Electric bell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electric bell rings continuously because the armature: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still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Vibrates back and forth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Heats 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Electric bell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electric bell rings continuously because the armature: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still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Vibrates back and forth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Heats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make-and-break of the contact makes the armature vibrate rapidly, so the hammer strikes the gong again and again.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Bell 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part of an electric bell that becomes magnetic when current flows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Hammer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Electromagnet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Bell 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part of an electric bell that becomes magnetic when current flows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Hammer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Electromagnet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When current flows, the electromagnet becomes magnetic and pulls the soft-iron armature toward it, swinging the hammer to the gong.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Compass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compass needle comes to rest pointing roughly: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East–west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North–south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Up–down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a circle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Compass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compass needle comes to rest pointing roughly: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East–west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North–south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Up–down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a circle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compass is a small freely pivoted magnet. It aligns with the Earth's magnetic field and so points north–south.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Declination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angle between the geographic north and the magnetic north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latitude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magnetic declination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longitude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dip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Declination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angle between the geographic north and the magnetic north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latitude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magnetic declination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longitude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dip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Magnetic declination is the angle between the direction a compass points (magnetic north) and true geographic north.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Electricity &amp;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Where electricity comes from and how it flows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Sources of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bat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Cells &amp; batteries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Chemical cells, like the dry cell in a torch, give a steady small supply.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Generators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Power stations spin huge generators to make the mains electricity we use at home.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Solar 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Solar panels turn sunlight directly into electricity.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Mains supply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Electricity reaches homes through wires from the power station.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Bulbs and tube lights turn electrical energy into 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Irons, geysers and heaters turn electricity into heat.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Fans, mixers and pumps use electric motors to make things move.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Sound &amp; screens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Radios, televisions and phones run on electricity.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DRY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Dry Cells in a Torch</a:t>
            </a:r>
          </a:p>
        </p:txBody>
      </p:sp>
      <p:pic>
        <p:nvPicPr>
          <p:cNvPr id="6" name="Picture 5" descr="g7e2_to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3035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Two dry cells in series power the torch bulb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Cells in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torch is powered by one or more dry cells.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cells are joined in a line, the (+) of one touching the (−) of the next — this is a series connection.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Connecting cells in series gives a larger total voltage to light the bulb brightly.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Sliding the switch completes the circuit and the bulb lights.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Flow of Current in a Circuit</a:t>
            </a:r>
          </a:p>
        </p:txBody>
      </p:sp>
      <p:pic>
        <p:nvPicPr>
          <p:cNvPr id="6" name="Picture 5" descr="g7e2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148839"/>
            <a:ext cx="51206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4955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Current flows only in a complete circuit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A complete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electric current is a flow of charge around a complete (closed) circuit.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cell pushes the current through the connecting wires, switch and bulb.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there is any break in the circuit, the current stops and the bulb goes out.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conventional current is taken to flow from the (+) terminal of the cell, round to the (−).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CONDUCTORS &amp; INSULATORS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Conductors and Insulators of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Conductors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Let current pass easily — metals such as copper, aluminium and iron.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Insulators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Hardly let current pass — rubber, plastic, glass, dry wood and air.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the 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Wires are copper (a conductor) coated in plastic (an insulator) for safety.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Insulators on plugs and tools protect us from electric shock.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USE IT WISELY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Electricity Wisely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Save energy, save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Switch off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Turn off lights and fans when leaving a room to save electricity.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Efficient devices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Use LED bulbs and efficient appliances that do the same job with less energy.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Don't waste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Electricity from the mains costs money and uses up fuel at the power station.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 daylight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Make the most of sunlight during the day instead of switching on lights.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Electric bell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 electromagnet makes the armature vibrate and ring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Earth's magnetism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Earth acts as a magnet; a compass points N–S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Declination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angle between magnetic north and true north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Sources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cells, generators (mains) and solar cells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Circuit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current flows only in a complete loop, + to −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Conductors/insulators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metals carry current; plastic and rubber do not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Sources &amp;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a portable chemical source of electricity?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generator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dry cell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solar panel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mains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a portable chemical source of electricity?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generator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dry cell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solar panel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dry cell is a chemical source of electricity that is small and portable, used in torches, clocks and remote controls.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Cells in a torch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dry cells in a torch are usually joined: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Side by 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connected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Cells in a torch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dry cells in a torch are usually joined: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series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parallel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Side by side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connected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cells are joined end to end, the (+) of one to the (−) of the next — a series connection that adds their voltages.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Circuit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bulb will light only when the circuit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Complete (closed)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long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Circuit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bulb will light only when the circuit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Complete (closed)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long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Current flows only around a complete, unbroken loop. Any break — such as an open switch — stops the current and the bulb goes out.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Conductors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material is the best conductor of electricity?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Rubber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Conductors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material is the best conductor of electricity?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Rubber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Copper is a metal and a very good conductor of electricity, which is why connecting wires are made of it. The others are insulators.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Electricity at Your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the electric bell to the torch in your hand, electricity and magnetism work together — and current flows only when the circuit is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