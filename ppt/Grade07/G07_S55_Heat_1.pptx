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heat as ENERGY, not a substance. Stress the one-way flow (hot → cold) and that 'in transit' means it is energy being transferred. Foreshadow its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heat to particle motion: more heat → faster particles → higher temperature. This picture explains melting and boiling and prepares the change-of-state ideas of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everyday sources of heat. The friction example is a nice hands-on moment — students rub their palms and feel the warmth they have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joule as the SI unit, then the calorie and the conversion 1 cal = 4.2 J. The food-Calorie aside makes the unit feel real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confused pair in the chapter. The bucket-vs-cup example shows two bodies at the SAME temperature can hold very different amounts of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temperature as degree of hotness. The hand-in-warm-then-cold-water demo shows why touch is an unreliable judge of temperature and why we need a thermometer.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 scale needs two fixed reference temperatures. The ice point and steam point are the same physical temperatures on every scale — only the numbers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relation slowly. The key facts: 100 Celsius divisions equal 180 Fahrenheit divisions, and K = C + 273. The body-temperature numbers anchor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Substitute into the relation and solve for F. Point out the answer is the familiar 98.6°F shown on a clinical thermometer.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run the relation the other way: find (F − 32)/9 first, then multiply by 5. Sanity-check that 40°C is a believable hot-day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laboratory and clinical thermometers — range and the clinical kink that holds the reading. Reinforce that a thermometer works by the expansion of a liquid.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Spend extra time on heat vs temperature and the scale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Heat &amp;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as a form of energy  •  Units of heat  •  Temperature and its scales  •  The thermometer</a:t>
            </a:r>
          </a:p>
        </p:txBody>
      </p:sp>
      <p:pic>
        <p:nvPicPr>
          <p:cNvPr id="7" name="Picture 6" descr="g7_thermomete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heat is a form of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units of heat and relate the calorie to the joule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clearly between heat and temperature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temperature as the degree of hotness of a body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scales of temperature and their fixed 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Convert a temperature between the Celsius and Fahrenheit scales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 as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heat is, its units, and how it differs from temperature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Heat?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Heat is a form of energy that flows from a hotter body to a colder body because of the temperature difference between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always flows on its own from the hotter to the colder body, never the other way.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a body is heated, the energy of its particles increases.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is sometimes called energy 'in transit' because it is energy on the move.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Adding heat can warm a body, expand it, or change its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 &amp; PARTICLES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Moving Particles</a:t>
            </a:r>
          </a:p>
        </p:txBody>
      </p:sp>
      <p:pic>
        <p:nvPicPr>
          <p:cNvPr id="6" name="Picture 5" descr="g7h1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Particles move faster as a body is heated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Energy of particles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substance is made of tiny particles that are always moving.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a body makes its particles move (or vibrate) faster.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faster the particles move, the hotter the body becomes.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heat can melt a solid or boil a liquid — the particles gain enough energy to break 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SOURCES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Heat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greatest natural source of heat, reaching us across space as radiation.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Burning fuels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Wood, coal, kerosene and gas release heat when they burn.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Heaters, irons and geysers turn electrical energy into heat.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Rubbing two surfaces together produces heat — rub your palms to feel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UNITS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Units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Because heat is energy, it is measured in the same unit as energy — the joule (J).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1 calorie  =  4.2 joule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heat is the joule (J).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older unit is the calorie (cal): the heat needed to raise 1 g of water by 1°C.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calorie = 4.2 joule, and 1 kilocalorie = 1000 calories.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Food energy is often given in kilocalories (written Calorie with a capital 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 VS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Is Not the Same as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total energy of all the moving particles in a body; measured in joules.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herm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degree of hotness of a body — how hot or cold it is; measured in °C.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big vs small cup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bucket of warm water holds more heat than a cup at the same temperature.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flows from high temperature to low temperature until both are equal.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Heat &amp; Its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Nature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kind of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form of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type of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Nature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kind of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form of energy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type of force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 is a form of energy that flows from a hotter body to a colder one. It is measured in joules, the unit of energy.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to high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 to low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to small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 to gas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to high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 to low temperature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to small size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 to gas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 flows by itself from the hotter body (higher temperature) to the colder body (lower temperature) until their temperatures become equal.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One calorie of heat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0.42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4.2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420 J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One calorie of heat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0.42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4.2 J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 J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420 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1 calorie = 4.2 joule. The calorie is the heat needed to raise the temperature of 1 g of water by 1°C.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bodies at the same temperature may still contain different amounts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bodies at the same temperature may still contain different amounts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Temperature is the degree of hotness, but heat is the total energy of the particles. A larger body at the same temperature holds more heat.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Temperature &amp; Its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Measuring how hot a body 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Temperature?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Temperature is the degree of hotness or coldness of a body, and it decides the direction in which heat will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body at a higher temperature feels hotter than one at a lower temperature.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flows from the body at higher temperature to the one at lower temperature.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Temperature is measured with a thermometer.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Our sense of touch is unreliable, so we need a thermometer to measure temperature accurately.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Scales of Temperature</a:t>
            </a:r>
          </a:p>
        </p:txBody>
      </p:sp>
      <p:pic>
        <p:nvPicPr>
          <p:cNvPr id="6" name="Picture 5" descr="g7h1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783079"/>
            <a:ext cx="420624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495" y="586130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0–100 on Celsius, 32–212 on Fahrenheit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Fixed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thermometer is marked using two fixed points: the ice point and the steam point.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 the Celsius scale the ice point is 0°C and the steam point is 100°C.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 the Fahrenheit scale they are 32°F and 212°F.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 the Kelvin (SI) scale they are 273 K and 373 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CONVERTING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Relating the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same temperature has different numbers on different scales, but they are linked by a simple 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(C / 5)  =  (F − 32) / 9  =  (K − 273)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There are 100 Celsius degrees between the fixed points, but 180 Fahrenheit degrees.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To go from Celsius to Kelvin, simply add 273.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 the relation to change a reading from one scale to another.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Normal human body temperature is 37°C, which is 98.6°F.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Celsius to Fahrenheit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394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Normal body temperature is 37°C. Express this on the Fahrenheit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Use  C / 5 = (F − 32) / 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37 / 5 = (F − 32) / 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(F − 32) = 9 × 37 / 5 = 66.6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66.6 + 32 = 98.6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37°C = 98.6°F  (normal body temperature)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Fahrenheit to Celsius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394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hot day reads 104°F on a Fahrenheit thermometer. What is this on the Celsius scale?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Use  C / 5 = (F − 32) / 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 / 5 = (104 − 32) / 9 = 72 / 9 = 8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 = 8 × 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 =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104°F = 40°C  (a very hot day)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THERMOMETERS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therm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Laboratory thermometer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Reads a wide range, about −10°C to 110°C; used in experiments.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herm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Clinical thermometer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Reads a narrow range around body heat (35–42°C) with a kink to hold the reading.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liquid (mercury or coloured alcohol) expands up a thin tube as the temperature rises.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Reading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Place the bulb in contact, wait until the liquid stops moving, then read at eye level.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 that flows from hot to cold; unit joule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Calorie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 cal = 4.2 J; heat to warm 1 g water by 1°C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vs 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total particle energy vs degree of hotness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degree of hotness; measured with a thermometer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Scales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Celsius 0–100, Fahrenheit 32–212, Kelvin 273–373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Relating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C/5 = (F−32)/9; K = C + 273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Temperature is the measure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heat in a 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Degree of hotness of a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 of a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 of a body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Temperature is the measure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heat in a 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Degree of hotness of a body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 of a body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 of a body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Temperature is the degree of hotness or coldness of a body. It decides the direction in which heat flows.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Fixed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the Celsius scale, the steam point is marked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273°C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Fixed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the Celsius scale, the steam point is marked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100°C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273°C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Celsius scale takes the ice point as 0°C and the steam point as 100°C, with 100 equal divisions between them.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Kelvin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temperature of 27°C on the Kelvin scale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246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300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327 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Kelvin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temperature of 27°C on the Kelvin scale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246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300 K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327 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K = C + 273 = 27 + 273 = 300 K. To convert Celsius to Kelvin we simply add 273.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Clinical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clinical thermometer has a narrow range of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−10°C to 110°C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100°C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35°C to 42°C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500°C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Clinical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clinical thermometer has a narrow range of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−10°C to 110°C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100°C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35°C to 42°C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500°C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clinical thermometer reads only around body temperature (35–42°C) and has a kink that keeps the reading until it is shaken down.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 on the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is energy flowing from hot to cold; temperature, measured on the Celsius, Fahrenheit or Kelvin scale, tells us how hot a body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