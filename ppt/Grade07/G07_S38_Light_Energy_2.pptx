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previewing these objectives so students know what they should be able to do by the end of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up the real/virtual distinction with the screen test: a real image can be thrown on a screen, a virtual one cannot. The plane-mirror image is the key example of a virtual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Demonstrate by holding up a hand or a printed word. Stress that only left and right are swapped — top and bottom stay put. The AMBULANCE example always lands well.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most examined list in the chapter. Have students chant the five characteristics. Link each to the ray diagram from the previous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crucial point: the laws of reflection are NEVER broken — even a rough wall obeys i = r at each point. It only looks scattered because the surface is uneven. Diffuse reflection is why we can read a page from any angle.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 round the uses, drawing the two-mirror periscope quickly on the board. The kaleidoscope and shop-corner mirror connect the physics to things students have actually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simple decision rule — the screen test — and practise it on a few examples (cinema screen, mirror, shadow, pinhole image).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a sense of scale (seven times round the Earth a second). The lightning-before-thunder fact compares the speed of light with the speed of sound and previews the Sound chapter.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dispersion and the order VIBGYOR (red bends least, violet most). A rainbow is nature's own dispersion of sunlight by raindrops.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careful: these are the primary colours of LIGHT (adding), which differ from the primary colours of paint. Adding all three lights gives white — the opposite of mixing paints.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Connect filters and coloured objects: both work by absorbing some colours and passing/reflecting others. This 'subtraction' explains why a green leaf looks green in white light but black in pure red light.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 the colour ideas to things students see daily. The rainbow is dispersion; the colour of an object is subtraction by reflection. Invite students to explain the colour of their own clothes.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Rapid recap; cold-call for each. Spend extra time on the five image characteristics and the primary colours of light.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notesSlide" Target="../notesSlides/notesSlide1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OPTICS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804672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alibri"/>
              </a:rPr>
              <a:t>Images &amp; Colour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Real vs virtual images  •  Lateral inversion  •  Uses of mirrors •  The colours of white light</a:t>
            </a:r>
          </a:p>
        </p:txBody>
      </p:sp>
      <p:pic>
        <p:nvPicPr>
          <p:cNvPr id="7" name="Picture 6" descr="g7_rainbow_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103120"/>
            <a:ext cx="26517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167127"/>
            <a:ext cx="457200" cy="45720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Distinguish a real image from a virtual image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2167127"/>
            <a:ext cx="457200" cy="45720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lateral inversion in a plane mirror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474719"/>
            <a:ext cx="457200" cy="45720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List the characteristics of an image in a plane mirror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3474719"/>
            <a:ext cx="457200" cy="45720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Tell regular reflection apart from irregular reflection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478231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State everyday uses of a plane mirror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782312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Describe the colours that make up white light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Images &amp; Reflection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Real vs virtual, lateral inversion and the uses of mirrors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TWO KINDS OF IMAGE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Real and Virtual Images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came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304288"/>
            <a:ext cx="320040" cy="320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Real image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Formed where reflected or refracted rays actually meet; it CAN be caught on a screen.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304288"/>
            <a:ext cx="320040" cy="3200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Virtual image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Formed where rays only appear to meet; it CANNOT be caught on a screen.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came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4133087"/>
            <a:ext cx="320040" cy="3200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Real example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 image on a cinema screen and the image in a pinhole camera are real.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_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4133087"/>
            <a:ext cx="320040" cy="3200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Virtual example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 image you see in a plane mirror is virtual — it seems to be behind the glass.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LATERAL INVERSION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Left Becomes Right</a:t>
            </a:r>
          </a:p>
        </p:txBody>
      </p:sp>
      <p:pic>
        <p:nvPicPr>
          <p:cNvPr id="6" name="Picture 5" descr="g7l2_late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48839"/>
            <a:ext cx="493776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495543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The letter F is flipped left-to-right, not top-to-bottom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19495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4801A"/>
                </a:solidFill>
                <a:latin typeface="Calibri"/>
              </a:rPr>
              <a:t>Left ↔ right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9495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In a plane mirror the left and right of the image are swapped over.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This swapping of left and right is called lateral inversion.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Your right hand looks like a left hand in the mirror.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word AMBULANCE is written reversed on vehicles so it reads correctly in a driver's mirror.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CHARACTERISTICS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 Plane-Mirror Image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4801A"/>
                </a:solidFill>
                <a:latin typeface="Calibri"/>
              </a:rPr>
              <a:t>Five things to remember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Virtual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It cannot be caught on a screen.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Erect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It is the same way up as the object.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Same size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It is exactly as large as the object.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Equally far behind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Its distance behind the mirror equals the object's distance in front.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Laterally inverted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Its left and right are interchanged.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SMOOTH OR ROUGH?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Regular vs Irregular Reflection</a:t>
            </a:r>
          </a:p>
        </p:txBody>
      </p:sp>
      <p:pic>
        <p:nvPicPr>
          <p:cNvPr id="6" name="Picture 5" descr="g7l2_regir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5215" y="2103120"/>
            <a:ext cx="5303520" cy="3383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65215" y="5541264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Parallel in: parallel out (smooth) or scattered (rough)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4801A"/>
                </a:solidFill>
                <a:latin typeface="Calibri"/>
              </a:rPr>
              <a:t>Same law, different surface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smooth surface reflects parallel rays as parallel rays — this is regular reflection and gives a clear image.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rough surface reflects parallel rays in many directions — this is irregular (diffuse) reflection.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Each tiny part of a rough surface still obeys i = r; the surface itself is just uneven.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Irregular reflection from walls and paper is how we see non-shiny objects from all around.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USES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Everyday Uses of a Plane Mirror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ey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304288"/>
            <a:ext cx="320040" cy="320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Looking glass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 common mirror at home for seeing ourselves, erect and life-size.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ey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304288"/>
            <a:ext cx="320040" cy="3200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Periscope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Two plane mirrors let submarines and soldiers see over obstacles.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st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4133087"/>
            <a:ext cx="320040" cy="3200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Kaleidoscope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Mirrors set at an angle make beautiful repeated patterns.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_targ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4133087"/>
            <a:ext cx="320040" cy="3200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Shop &amp; safety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Mirrors widen the view in shops, lifts and at blind road corners.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REAL OR VIRTUAL?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Telling the Two Apart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4801A"/>
                </a:solidFill>
                <a:latin typeface="Calibri"/>
              </a:rPr>
              <a:t>A quick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Can it land on a screen?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If yes, the image is real; if no, it is virtual.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Which way up?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Real images are usually inverted; the plane-mirror virtual image is erect.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Where do the rays meet?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Real images form where rays actually cross; virtual images where rays only seem to cross.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Plane mirror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Always gives a virtual, erect image — never a real one, however far the object 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Quick Check — Images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Q1 - Images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An image that can be caught on a screen is called: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virtual image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real image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An erect image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laterally inverted image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Q1 - Images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An image that can be caught on a screen is called: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virtual image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A real image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An erect image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laterally inverted image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A real image is formed where light rays actually meet, so it can be caught on a screen — unlike a virtual image, which cannot.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Q2 - Lateral inversion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In a plane mirror, lateral inversion means that: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Top and bottom are swapped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Left and right are swapped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image shrinks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image turns upside down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Q2 - Lateral inversion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In a plane mirror, lateral inversion means that: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Top and bottom are swapped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Left and right are swapped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image shrinks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image turns upside down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Lateral inversion is the interchange of left and right in a plane-mirror image. Top and bottom are not affected.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Q3 - Reflection types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Reflection from a rough, uneven surface is called: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Regular reflection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Irregular reflection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Total reflection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No reflection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Q3 - Reflection types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Reflection from a rough, uneven surface is called: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Regular reflection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Irregular reflection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Total reflection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No reflection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A rough surface scatters parallel rays in many directions — this is irregular (diffuse) reflection. Each point still obeys i = 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Q4 - Uses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Two plane mirrors are used to see over obstacles in 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Telescope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Microscope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Periscope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Camera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Q4 - Uses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Two plane mirrors are used to see over obstacles in 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Telescope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Microscope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Periscope</a:t>
            </a:r>
          </a:p>
        </p:txBody>
      </p:sp>
      <p:sp>
        <p:nvSpPr>
          <p:cNvPr id="20" name="Oval 19"/>
          <p:cNvSpPr/>
          <p:nvPr/>
        </p:nvSpPr>
        <p:spPr>
          <a:xfrm>
            <a:off x="544068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Camera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A periscope uses two plane mirrors, usually at 45°, to let the viewer see over walls or above the water from a submarine.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Speed &amp; Colour of Light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How fast light travels and the colours hidden in white light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SPEED OF LIGHT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How Fast Does Light Travel?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Light is the fastest thing in the universe; nothing travels faster than light.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290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10149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4801A"/>
                </a:solidFill>
                <a:latin typeface="Calibri"/>
              </a:rPr>
              <a:t>Speed of light in air  ≈  3 × 10⁸ metres per second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100584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At this speed light would circle the Earth about seven times in one second.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Sunlight takes about 8 minutes to reach the Earth.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Light travels fastest in vacuum and a little slower in air, water or glass.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Sound is far slower, which is why we see lightning before we hear thunder.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WHITE LIGHT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 Colours of White Light</a:t>
            </a:r>
          </a:p>
        </p:txBody>
      </p:sp>
      <p:pic>
        <p:nvPicPr>
          <p:cNvPr id="6" name="Picture 5" descr="g7l2_spectr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03120"/>
            <a:ext cx="5303520" cy="3383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541264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A prism spreads white light into seven colours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19495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4801A"/>
                </a:solidFill>
                <a:latin typeface="Calibri"/>
              </a:rPr>
              <a:t>Dispersion → VIBGYOR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9495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White light is not a single colour — it is a mixture of several colours.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glass prism splits white light into a band of colours called a spectrum.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seven colours are red, orange, yellow, green, blue, indigo and violet (VIBGYOR).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This splitting of white light into its colours is called dispersion.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PRIMARY COLOURS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Primary &amp; Secondary Colours of Light</a:t>
            </a:r>
          </a:p>
        </p:txBody>
      </p:sp>
      <p:pic>
        <p:nvPicPr>
          <p:cNvPr id="6" name="Picture 5" descr="g7l2_cad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5215" y="2103120"/>
            <a:ext cx="5303520" cy="3383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65215" y="5541264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Red, green and blue add to make white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4801A"/>
                </a:solidFill>
                <a:latin typeface="Calibri"/>
              </a:rPr>
              <a:t>Adding lights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three primary colours of light are red, green and blue.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Mixing (adding) two primary colours gives a secondary colour.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Red + green = yellow; green + blue = cyan; blue + red = magenta.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Adding all three primary colours together gives white light.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SUBTRACTING COLOUR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How a Filter Makes Colour</a:t>
            </a:r>
          </a:p>
        </p:txBody>
      </p:sp>
      <p:pic>
        <p:nvPicPr>
          <p:cNvPr id="6" name="Picture 5" descr="g7l2_cs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40280"/>
            <a:ext cx="512064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404103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A red filter transmits red and absorbs other colours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19495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4801A"/>
                </a:solidFill>
                <a:latin typeface="Calibri"/>
              </a:rPr>
              <a:t>Absorb the rest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9495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coloured filter lets its own colour pass and absorbs the rest.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red filter held up to white light lets only red light through.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Removing colours from white light this way is called subtraction of colours.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red object looks red because it reflects red light and absorbs the other colours.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COLOUR AROUND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Colour in Everyday Life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st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304288"/>
            <a:ext cx="320040" cy="320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Rainbow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Raindrops disperse sunlight into a curved band of seven colours — dispersion in nature.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304288"/>
            <a:ext cx="320040" cy="3200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Why things look coloured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An object shows the colour it reflects and absorbs the rest of the white light.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bul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4133087"/>
            <a:ext cx="320040" cy="3200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Stage &amp; traffic lights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Coloured filters over white lamps give red, green and other coloured beams.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_su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4133087"/>
            <a:ext cx="320040" cy="3200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A white object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It reflects all colours equally, so it looks white; a black object absorbs them all.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WRAP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Quick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Real vs virtual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real can be caught on a screen; virtual cannot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Lateral inversion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 plane mirror swaps left and right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Plane-mirror image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virtual, erect, same size, equally far behind, laterally inverted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Regular vs irregular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smooth keeps rays parallel; rough scatters them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Speed of light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about 3 × 10⁸ m/s — the fastest in the universe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White light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 mix of seven colours (VIBGYOR); R, G, B are primary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Final Check — Speed &amp; Colour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Q1 - Image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Which of these is the correct list of plane-mirror image characteristics?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Real, inverted, magnified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Virtual, erect, same size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Real, erect, diminished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Virtual, inverted, same size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Q1 - Image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Which of these is the correct list of plane-mirror image characteristics?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Real, inverted, magnified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Virtual, erect, same size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Real, erect, diminished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Virtual, inverted, same size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A plane-mirror image is virtual, erect, the same size as the object, equally far behind the mirror and laterally inverted.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Q2 - Dispersion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splitting of white light into seven colours by a prism is called: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Reflection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Refraction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Dispersion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Absorption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Q2 - Dispersion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splitting of white light into seven colours by a prism is called: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Reflection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Refraction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Dispersion</a:t>
            </a:r>
          </a:p>
        </p:txBody>
      </p:sp>
      <p:sp>
        <p:nvSpPr>
          <p:cNvPr id="20" name="Oval 19"/>
          <p:cNvSpPr/>
          <p:nvPr/>
        </p:nvSpPr>
        <p:spPr>
          <a:xfrm>
            <a:off x="544068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Absorption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Dispersion is the splitting of white light into its seven constituent colours (VIBGYOR) as it passes through a prism.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Q3 - Primary colours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three primary colours of light are: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Red, yellow, blue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Red, green, blue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Cyan, magenta, yellow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Red, white, black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Q3 - Primary colours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three primary colours of light are: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Red, yellow, blue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Red, green, blue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Cyan, magenta, yellow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Red, white, black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The primary colours of light are red, green and blue. Added together in equal amounts they produce white light.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Q4 - Filters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red filter is held in front of white light. The light that passes through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White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Green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Blue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Q4 - Filters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red filter is held in front of white light. The light that passes through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White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Green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Red</a:t>
            </a:r>
          </a:p>
        </p:txBody>
      </p:sp>
      <p:sp>
        <p:nvSpPr>
          <p:cNvPr id="20" name="Oval 19"/>
          <p:cNvSpPr/>
          <p:nvPr/>
        </p:nvSpPr>
        <p:spPr>
          <a:xfrm>
            <a:off x="544068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Blue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A red filter transmits only red light and absorbs the other colours, so only red light passes through — an example of the subtraction of colours.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Mirrors, Speed &amp; Colour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A plane mirror gives a virtual, laterally inverted image; light races at 3 × 10⁸ m/s; and white light hides all the colours of the rainbow.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