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from what students already know: light travels straight and lets us see. Then sharpen 'reflection' as the bouncing back of light at a polished surface. Stress we see non-luminous things by reflected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each part on the diagram: incident ray, point of incidence, normal, reflected ray. Insist that i and r are always measured from the NORMAL, never from the mirror surface — this is the commonest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four terms with the diagram still on screen. Ask students to come up and label a fresh ray diagram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both laws precisely. Law 2 (i = r) is the one used in numericals; Law 1 is about everything lying in one plane. Emphasise the laws hold for ALL surfaces.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measuring steps in order: normal first, then i, then r. A protractor placed against the surface (not the normal) is the classic mistake to warn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standard ICSE practical. The 'four pins appear in one straight line' condition is the heart of it. The result: i = r within experimental error, verifying the second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neat check of the law: with i = 0 the reflected ray must also make 0° with the normal, so it retraces its path. This is how a mirror at the back of a torch sends light straight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plane mirror and remind students its surface is very smooth, which is why the image is sharp. Set up the question: where exactly is the image and what is it like?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two rays from one point of the object. The reflected rays only seem to come from behind the mirror — there is no real light there, so the image is virtual. Measure: image distance equals object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key facts about the plane-mirror image here; the full list of characteristics, including lateral inversion, comes in the next lesson. Stress 'virtual = cannot be caught on a screen'.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i = r, then add the two angles because they sit on either side of the normal. A good follow-up: ask what the angle would be at normal incidence (answer: 0°).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nice everyday check: the image keeps pace with you because the equal-distance rule holds at every moment. Many students wrongly think the image gets bigger as you approach — it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students for each point. Spend the most time on i = r and the equal-distance rule for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Light &amp;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How light bounces back  •  The laws of reflection  •  Images in a plane mirror</a:t>
            </a:r>
          </a:p>
        </p:txBody>
      </p:sp>
      <p:pic>
        <p:nvPicPr>
          <p:cNvPr id="7" name="Picture 6" descr="g7_mirror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Recall that light is a form of energy that travels in straight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reflection and the terms used to describe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two laws of reflection of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an experiment to verify the laws of reflection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happens at normal incidence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plane mirror forms an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light bounces off a surface, and the rules it obeys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Reflection?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Reflection is the bouncing back of light into the same medium when it falls on a smooth, polished surface such as a mirror.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is a form of energy that travels in straight lines.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light strikes a surface, part of it bounces back — this bouncing back is called reflection.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highly polished surface (a mirror) reflects almost all the light that falls on 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see most objects by the light they reflect into our eyes.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THE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Words We Use for Reflection</a:t>
            </a:r>
          </a:p>
        </p:txBody>
      </p:sp>
      <p:pic>
        <p:nvPicPr>
          <p:cNvPr id="6" name="Picture 5" descr="g7l1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Incident ray, reflected ray and the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Key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ray that strikes the mirror is the incident ray.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ray that bounces back is the reflected ray.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line drawn at 90° to the mirror at the point of incidence is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angle of incidence (i) and angle of reflection (r) are both measured from the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TERMS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Four Terms to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Incident 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ray of light that travels toward and strikes the reflecting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Reflected 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ray of light that bounces back from the surface into the same medium.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line drawn perpendicular (at 90°) to the surface at the point of incidence.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Angles i and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angle of incidence and angle of reflection, each measured from the normal.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LAWS OF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Two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angle of incidence is always equal to the angle of reflection.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Angle of incidence (i)  =  Angle of reflection (r)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1: The incident ray, the reflected ray and the normal at the point of incidence all lie in the same plane.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2: The angle of incidence is equal to the angle of reflection (i = r).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These two laws are obeyed at every reflecting surface, flat or curved.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angles are measured between the ray and the normal.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READING THE 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i and r</a:t>
            </a:r>
          </a:p>
        </p:txBody>
      </p:sp>
      <p:pic>
        <p:nvPicPr>
          <p:cNvPr id="6" name="Picture 5" descr="g7l1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Both angles are measured from the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i =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First draw the normal at the point where the ray hits.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 the angle of incidence i between the incident ray and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 the angle of reflection r between the reflected ray and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 plane mirror you will always find i = 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Verifying the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Pin-and-mirror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Fix a sheet of white paper on a drawing board and draw a straight line MM′ for the mirror; stand a plane mirror on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Draw a normal at a point O on the mirror line, then draw an incident ray and fix two pins P and Q on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Look into the mirror and fix two more pins R and S so that they appear in a straight line with the images of P and Q.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Remove the mirror and pins, join the marks to get the reflected ray, and measure the angles i and r with a protractor.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NORMAL INCIDENCE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When Light Hits Head-On</a:t>
            </a:r>
          </a:p>
        </p:txBody>
      </p:sp>
      <p:pic>
        <p:nvPicPr>
          <p:cNvPr id="6" name="Picture 5" descr="g7l1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47548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head-on ray returns along the same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i = r = 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a ray falls along the normal, the angle of incidence is 0°.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By the law of reflection the angle of reflection is also 0°.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ray is reflected straight back along its own path.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special case is called normal incidence.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Reflection of light is best described as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Passing through a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Bouncing back from a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Being absorbed by a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Bending at a surface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Reflection of light is best described as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Passing through a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Bouncing back from a surface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Being absorbed by a surface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Bending at a surface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Reflection is the bouncing back of light into the same medium when it strikes a smooth, polished surface such as a mirror.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angle of incidence is measured between the incident ray and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Mirror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Reflected 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Horizontal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angle of incidence is measured between the incident ray and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Mirror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Reflected 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Normal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Horizontal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Both the angle of incidence and the angle of reflection are measured from the normal — the line drawn at 90° to the surface at the point of incidence — never from the surface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Laws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According to the second law of reflection: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is greater than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is less than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is equal to 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and r are unrelated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Laws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According to the second law of reflection: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is greater than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is less than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 is equal to 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and r are unrelated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second law of reflection states that the angle of incidence equals the angle of reflection (i = r) at every reflecting surface.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Normal incidence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strikes a plane mirror along the normal. The reflected ray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along the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Return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 by 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absorbed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Normal incidence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strikes a plane mirror along the normal. The reflected ray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along the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Return along the same path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 by 45°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absorbed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At normal incidence i = 0°, so r = 0° too. The ray is reflected straight back along its own path.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Images in a Plane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a flat mirror builds the picture you see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PLANE 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Plane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plane mirror is a flat, smooth reflecting surface — usually a glass sheet silvered on the 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smooth surface reflects parallel rays as parallel rays, so it forms a clear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Look into it and you see an image that seems to lie behind the mirror.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Everyday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looking-glass on a wall and a dressing-table mirror are plane mirrors.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IMAGE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the Image Is Formed</a:t>
            </a:r>
          </a:p>
        </p:txBody>
      </p:sp>
      <p:pic>
        <p:nvPicPr>
          <p:cNvPr id="6" name="Picture 5" descr="g7l1_mi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image lies as far behind as the object is in 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Rays traced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Two rays leave a point on the object and reflect from the mirror, obeying i = 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reflected rays spread out (diverge) as they enter the eye.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Our brain assumes light travels straight, so it traces the rays back behind the mirror.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rays appear to meet behind the mirror — that is where the image is seen.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THE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the Image 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First look at the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As far behind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image is formed as far behind the mirror as the object is in front of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Same size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image is exactly the same size as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Erect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image is upright (erect), the same way up as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Virtual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image cannot be caught on a screen, because the rays only appear to meet behind the mirror.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Angle Between the Rays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ray of light strikes a plane mirror so that the angle of incidence is 35°. Find (a) the angle of reflection and (b) the angle between the incident and reflected 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By the law of reflection, angle of reflection r = i = 35°.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The incident and reflected rays lie on opposite sides of the normal.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Angle between them = i + r = 35° + 35°.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Angle between the rays = 70°.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(a) r = 35°   (b) angle between the rays = 70°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MOVING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Quick Consequence</a:t>
            </a:r>
          </a:p>
        </p:txBody>
      </p:sp>
      <p:pic>
        <p:nvPicPr>
          <p:cNvPr id="6" name="Picture 5" descr="g7l1_mi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Image distance always equals object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Image keeps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you walk toward a plane mirror, your image walks toward you at the same speed.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you move away, the image moves away by the same amount.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image distance always equals object distance.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always the same size — it never grows or shrinks as you move.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Reflection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bounces back from a smooth, polished surface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incident ray, reflected ray, normal; i and r from the normal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all rays + normal in one plane; i = 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Verifying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pin-and-mirror method shows i = 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Normal incidence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 = 0° so the ray returns along its own path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Plane-mirror image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virtual, erect, same size, equally far behind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Mirrors &amp;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Image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is placed 8 cm in front of a plane mirror. Its image is formed: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cm behind the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cm behind the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cm in front of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 cm behind the mirror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Image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is placed 8 cm in front of a plane mirror. Its image is formed: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cm behind the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8 cm behind the mirror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cm in front of the mirror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 cm behind the mirror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image in a plane mirror is formed as far behind the mirror as the object is in front, so it is 8 cm behind the mirror.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Nature of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image formed by a plane mirror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erect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inverted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Nature of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image formed by a plane mirror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erect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inverted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plane mirror forms a virtual image (it cannot be caught on a screen) that is erect and the same size as the object.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Angles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hits a plane mirror at an angle of incidence of 50°. The angle between the incident and reflected rays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130°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Angles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hits a plane mirror at an angle of incidence of 50°. The angle between the incident and reflected rays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100°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130°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angle of reflection equals the angle of incidence (50°). The rays lie on opposite sides of the normal, so the angle between them is 50° + 50° = 100°.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We can move a plane-mirror image but never catch it on a screen because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than the object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Inverted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We can move a plane-mirror image but never catch it on a screen because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than the object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Inverted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reflected rays only appear to meet behind the mirror, where no real light reaches, so the image is virtual and cannot be formed on a screen.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Light Obeys the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Reflection is simple but exact: i = r at every surface, and a plane mirror builds a virtual, equal-size image just behind the glass.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