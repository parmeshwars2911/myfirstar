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current as a flow of charge. Keep it simple at Class 7: charges in the metal move when the cell pushes them. Give the conventional direction (+ to −) and the unit, the ampere.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circuit symbols as a shared shorthand. Have students copy the cell, bulb, switch and wire symbols into their notebooks — they will use them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symbol to its job. The cell is the 'pump', the switch the 'tap', the wires the 'pipes' and the bulb the device that uses the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effects of a current: heating, lighting, magnetic and chemical. Each is the basis of useful devices, from the heater to the electromagnet.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diagram together: trace the loop from the cell through the switch and bulb and back. Open and closed switch decide whether the bulb lights.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two clearly: series = one path (one failure stops all); parallel = separate paths (others keep working). This explains why house wiring is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the comparison in a table-like grid. The headline reason homes use parallel wiring: each light and socket works independently of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real examples of each connection. The torch (series) and house wiring (parallel) make the abstract comparison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real safety rules: dry hands, good insulation, no overloading and never tamper with sockets. These can save a life — give the rules seriously.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fuse as a deliberate weak link: it melts first to protect the rest of the circuit. Stress using the correct rating — too high a fuse gives no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memorable set of golden rules. The fuse and earthing points preview the Class 8 work on household electricity.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Series vs parallel and the safety rules are the most important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Current &amp;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Charges and current  •  Circuit symbols  •  Series and parallel •  Electrical safety</a:t>
            </a:r>
          </a:p>
        </p:txBody>
      </p:sp>
      <p:pic>
        <p:nvPicPr>
          <p:cNvPr id="7" name="Picture 6" descr="g7_circuit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an electric current is a flow of charge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direction of conventional current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Recognise the standard circuit symbols and their functions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Draw a simple circuit using symbols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Compare series and parallel circuits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safety precautions when using electricity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Current &amp; Symbols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flows in a circuit, and how we draw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ELECTRIC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Charges Make the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An electric current is the flow of tiny electric charges through a conductor.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Metals contain charges that are free to move.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a cell is connected, it pushes these charges around the circuit — that flow is the current.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conventional current is taken to flow from the (+) terminal of the cell to the (−) terminal.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Current is measured in amperes (A) with an ammeter.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Circuit Symbols</a:t>
            </a:r>
          </a:p>
        </p:txBody>
      </p:sp>
      <p:pic>
        <p:nvPicPr>
          <p:cNvPr id="6" name="Picture 5" descr="g7e3_symb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Standard symbols for cell, bulb, switch and wires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A shared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Drawing real cells and bulbs is slow, so we use simple symbols instead.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component has its own standard symbol.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circuit diagram drawn with these symbols is quick to draw and easy to read.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Everyone uses the same symbols, so a diagram means the same thing to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Each Component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bat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Cell /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Pushes the current around the circuit — the source of electrical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Bulb / lamp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Glows when current passes, turning electrical energy into light and heat.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Opens or closes the circuit to stop or start the current.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Connecting wires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Carry the current from one component to the next, usually copper.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WHAT CURRENT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Effects of an Electric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Current at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Heating 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Current heats a wire — used in heaters, irons and the filament of a bulb.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Lighting 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heated filament glows white-hot and gives out light.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Magnetic 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current produces a magnetic field — the basis of the electromagnet and bell.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Chemical 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Current passed through some liquids causes chemical changes, as in electroplating.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DRAWING A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Reading a Circuit Diagram</a:t>
            </a:r>
          </a:p>
        </p:txBody>
      </p:sp>
      <p:pic>
        <p:nvPicPr>
          <p:cNvPr id="6" name="Picture 5" descr="g7e3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148839"/>
            <a:ext cx="51206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4955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cell, switch and bulb in a complete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From symbols to circuit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simple circuit needs a cell, a switch, a bulb and connecting wires.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Close the switch and the circuit is complete, so the bulb lights.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Open the switch and the circuit is broken, so the bulb goes off.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same diagram can be built with real components on the bench.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Current &amp;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electric current is a flow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Electric charge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electric current is a flow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Electric charge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electric current is the flow of tiny electric charges through a conductor when a cell pushes them around the circuit.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conventional current flows from the cell's: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(−) to (+) 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(+) to (−) terminal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Middle outwards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does not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conventional current flows from the cell's: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(−) to (+) 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(+) to (−) terminal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Middle outwards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does not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By convention, current is taken to flow from the positive terminal of the cell, around the circuit, back to the negative terminal.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Symbol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circle with a cross inside it is the symbol for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Bulb / lamp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Symbol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circle with a cross inside it is the symbol for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Bulb / lamp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circle with a cross inside is the standard symbol for a bulb or lamp in a circuit diagram.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Switch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job of a switch in a circuit is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Store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Open or close the circuit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Measure current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Switch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job of a switch in a circuit is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Store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Open or close the circuit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Measure current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switch opens the circuit to stop the current or closes it to let the current flow, turning the device on or off.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Series, Parallel &amp;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Two ways to connect, and how to stay safe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SERIES VS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Series and Parallel Circuits</a:t>
            </a:r>
          </a:p>
        </p:txBody>
      </p:sp>
      <p:pic>
        <p:nvPicPr>
          <p:cNvPr id="6" name="Picture 5" descr="g7e3_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Series: one path. Parallel: separate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One loop vs many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series circuit the components are joined one after another in a single loop.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same current flows through every part, so if one bulb fails they all go out.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parallel circuit the components are on separate branches.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branch works on its own, so if one bulb fails the others stay lit.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COMPARING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Series vs Parallel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Series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One single path; the same current passes through every component.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Series 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If one component fails or is removed, the whole circuit breaks.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Parallel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Several branches; each gets its own share of the current.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Parallel 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If one branch fails, the others keep working — so homes are wired in parallel.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Series and Parallel Are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Series — torch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Cells in a torch are in series so their voltages add up to light the bulb.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Series — old 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Some decorative light strings are in series; one failed bulb darkens them 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Parallel — homes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House lights and sockets are in parallel so each can be used on its own.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Parallel — appliances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Every appliance gets the full supply voltage and switches independently.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Staying Safe With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Dry hands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Never touch switches or appliances with wet hands — water helps electricity flow through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Insulation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Use plugs and tools with sound plastic or rubber insulation; replace frayed wires.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Don't overload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Avoid plugging too many appliances into one socket.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Mains is dangerous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Never poke fingers or metal into a socket; mains electricity can be fatal.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Fuse — A Safety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fuse is a short piece of thin wire that melts and breaks the circuit if too large a current flows through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Too large a current overheats the wires and can start a fire.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thin fuse wire melts first, breaking the circuit before any harm is done.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After the fault is fixed, the blown fuse is replaced with one of the correct rating.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fuse must always be connected in the live wire of the circuit.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GOLDEN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Electrical Safety — Golden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Stay safe, 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Switch off first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Turn off the supply before touching or repairing anything electrical.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 water near electricity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Keep water and wet hands away from electrical points.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 the right fuse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correct fuse breaks the circuit safely if too much current flows.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Earth metal appliances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Earthing carries away dangerous leakage current and prevents shocks.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Current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flow of electric charge; conventional flow + to −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Symbols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standard signs for cell, bulb, switch and wires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Functions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cell pushes, switch opens/closes, bulb lights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Series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one path; one failure breaks the whole circuit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Parallel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separate branches; others keep working — used in homes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Safety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dry hands, good insulation, correct fuse, earthing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Circuits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series circuit of two bulbs, if one bulb fuses, the other: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Glows brighter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Also goes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Explodes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series circuit of two bulbs, if one bulb fuses, the other: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Glows brighter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Also goes out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Explodes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series circuit has a single path. If one bulb fails, the path is broken and the current stops, so the other bulb goes out too.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Homes are wired in parallel mainly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wire is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Each appliance works independently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current is larger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bill is higher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Homes are wired in parallel mainly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wire is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Each appliance works independently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current is larger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bill is higher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parallel circuit each branch works on its own, so one light can be switched off or fail without affecting the others.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Why should you never touch a switch with wet hands?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is a good insulator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helps electricity flow through you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wastes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bad manners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Why should you never touch a switch with wet hands?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is a good insulator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Water helps electricity flow through you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wastes water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bad manners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Wet skin conducts electricity far more easily than dry skin, so touching a switch with wet hands risks a dangerous shock.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Symbols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long-and-short plate symbols joined together represent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Single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Battery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Bulb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Symbols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long-and-short plate symbols joined together represent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Single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Battery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Bulb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battery is two or more cells joined together, shown as several long-and-short plate symbols in a row.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Circuits, Understood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Current is moving charge, circuit symbols are its shorthand, and choosing series or parallel — safely — puts electricity to work for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