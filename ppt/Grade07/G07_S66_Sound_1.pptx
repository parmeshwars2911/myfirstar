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sound as energy linked to vibration. The simple test: touch a ringing bell or your throat while humming — feel the vibration, and it stops when the sound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tuning fork as the cleanest example: you can see and feel the vibration, and dipping it in water throws up a splash. The vibration is the source of the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sound is energy by its effects — rattling windows, the thump of a bass speaker. The energy spreads out, getting weaker with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source, name the part that actually vibrates — string, air column, membrane or vocal cords. Ask students to find the vibrating part of instruments they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home the universal rule: wherever there is sound, something is vibrating. The throat-humming check is a memorable, personal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sound with light: sound must have a medium, light need not. The 'no sound in space' fact and the astronaut radio example make the point vividly.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experiment: the bell is visible (light needs no medium) but inaudible (sound does). This is the classic proof that sound requires matter to travel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compression and rarefaction, then the key idea: in a longitudinal wave the particles move along the same direction as the wave, unlike the up-and-down of a water (transverse)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 solids &gt; liquids &gt; gases follows from particle spacing. A nice example: putting your ear to a rail lets you hear a train through the steel before you hear it through the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everyday examples show sound travels — often better — through solids and liquids, because their particles are closer together than in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compare-and-contrast slide that ties the Sound chapter back to Light. The thunder-and-lightning gap is the memorable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The two essentials: sound comes from vibration, and sound needs a medium.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How Sound Is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Sound from vibrations  •  Sources of sound  •  Sound needs a medium  •  Longitudinal waves</a:t>
            </a:r>
          </a:p>
        </p:txBody>
      </p:sp>
      <p:pic>
        <p:nvPicPr>
          <p:cNvPr id="7" name="Picture 6" descr="g7_guitar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sound is a form of energy produced by vibrations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the vibrating part in everyday sources of sound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Show that sound needs a material medium to travel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bell-jar experiment and its conclusion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sound travels through air as a longitudinal wave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Compare how fast sound travels in solids, liquids and gases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Producing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vibrations make the sound we hear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Sound?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Sound is a form of energy that produces in us the sensation of hearing.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is always produced by a vibrating body — something moving rapidly to and fro.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the vibration stops, the sound stops too.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Sound, like all energy, can do work — a loud sound can rattle a window.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Our ears detect sound and the brain lets us hear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VIBRATIONS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Comes From Vibrations</a:t>
            </a:r>
          </a:p>
        </p:txBody>
      </p:sp>
      <p:pic>
        <p:nvPicPr>
          <p:cNvPr id="6" name="Picture 5" descr="g7s1_f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493776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8698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vibrating tuning fork disturbs the air around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To and fro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Strike a tuning fork and its prongs vibrate quickly to and fro.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vibrating prongs push and pull the air next to them.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sends out a sound wave that travels to our ears.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Touch the vibrating fork to water and it splashes — proof that it is moving.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Carries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Because sound is a form of energy, it can travel outward from its source and make other things move.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very loud sound can rattle window panes and even crack glass.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Standing near a large loudspeaker, you can feel the sound thump in your chest.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energy of sound spreads out in all directions from the source.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energy came originally from whatever set the source vibrating.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Sources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Stringed instruments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vibrating string makes the sound in a guitar, sitar or violin.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Wind instruments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vibrating column of air makes the sound in a flute or whistle.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Drums &amp; membranes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stretched, vibrating skin makes the sound of a drum or tabla.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Our 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Vibrating vocal cords in the throat produce the human voice.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FIND THE VIBRATION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Spotting the Vibrating 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Vibration is always there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Bell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metal body of the bell vibrates when struck.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Loudspeaker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Its paper cone vibrates in and out very fast.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Insects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mosquito's buzz comes from its rapidly beating wings.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Your throat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Place a hand on your throat and hum — you feel the vocal cords vibrating.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Making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is always produced by a body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Charged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is always produced by a body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Charged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Every sound is produced by a vibrating body. When the vibration stops, the sound stops too.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Nature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is a form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Nature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is a form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Energy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is a form of energy that produces the sensation of hearing and can do work, such as rattling a window pane.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Instruments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flute, the sound is produced by the vibration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column of 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membrane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metal bar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Instruments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flute, the sound is produced by the vibration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column of air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membrane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metal bar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wind instruments like the flute, it is the column of air inside that vibrates to produce the sound.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human voice is produced by the vibration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Tongue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Teeth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Vocal 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human voice is produced by the vibration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Tongue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Teeth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Vocal cords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Air from the lungs makes the vocal cords in the throat vibrate, producing the human voice — you can feel it with a hand on your throat.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Sound Travels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sound needs a medium and how it moves through air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Needs a Material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Sound can travel only through a material medium — a solid, a liquid or a gas. It cannot travel through a vacuum.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needs particles of matter to pass the vibration along.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empty space (a vacuum) there are no particles, so sound cannot travel.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Light, however, can travel through a vacuum — which is why we see the Sun but hear nothing from space.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Astronauts in space must use radios because their voices cannot carry.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BELL-JAR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Bell-Jar Experiment</a:t>
            </a:r>
          </a:p>
        </p:txBody>
      </p:sp>
      <p:pic>
        <p:nvPicPr>
          <p:cNvPr id="6" name="Picture 5" descr="g7s1_j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15" y="1874519"/>
            <a:ext cx="43891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79615" y="576986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bell is seen but not heard in a vacuum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Pump out the 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electric bell is hung inside a glass jar and switched on; we hear it ringing.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Air is slowly pumped out of the jar.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As the air thins, the sound grows fainter and fainter.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almost all the air is gone the bell is seen striking but is barely heard — proving sound needs a medium.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LONGITUDINAL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as a Longitudinal Wave</a:t>
            </a:r>
          </a:p>
        </p:txBody>
      </p:sp>
      <p:pic>
        <p:nvPicPr>
          <p:cNvPr id="6" name="Picture 5" descr="g7s1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Particles vibrate along the direction of travel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Compressions &amp; rarefactions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vibrating body pushes the air into regions where particles crowd together — compressions.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between, the particles spread apart — rarefactions.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These compressions and rarefactions move outward, carrying the sound.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air particles vibrate back and forth along the same line the wave travels — a longitudinal wave.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SPEED IN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Travels at Different Speeds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Fastest in solids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Particles are packed close, so they pass the vibration on quickly (steel ≈ 5000 m/s).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Slower in liquids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Particles are a little further apart (water ≈ 1500 m/s).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Slowest in gases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Particles are far apart, so sound is slowest in air (≈ 340 m/s).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closer the particles, the faster sound travels: solids &gt; liquids &gt; gases.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THROUGH SOLIDS &amp; LIQUIDS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Hearing Through Other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String telephone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cups joined by a taut string carry your voice as vibrations along the string.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Ear to the 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Put an ear to a steel rail and you hear an approaching train sooner than through the air.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Underwater sound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Whales and dolphins call to each other across huge distances through water.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fo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Knock on a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gentle tap heard with your ear on the table is louder than through the air.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LIGHT VS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Compared With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Two kinds of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Needs a medium?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must have a medium; light can travel through empty space.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(3 × 10⁸ m/s) is about a million times faster than sound (≈ 340 m/s).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Type of wave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is a longitudinal wave; light behaves as a transverse wave.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Everyday clue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We see lightning first and hear the thunder later, because light far outruns sound.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Sound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form of energy produced by a vibrating body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Sources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string, air column, membrane or vocal cords vibrate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Needs a medium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travels through solids, liquids, gases — not vacuum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Bell jar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bell seen but not heard when the air is removed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Longitudinal wave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compressions and rarefactions along the direction of travel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fastest in solids, slowest in gases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How Sound Travels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cannot travel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cannot travel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needs particles of matter to pass on the vibration. A vacuum has no particles, so sound cannot travel through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Bell jar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the bell-jar experiment, as air is pumped out the sound of the bell: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Grows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Grows fainter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pitch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Bell jar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the bell-jar experiment, as air is pumped out the sound of the bell: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Grows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Grows fainter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pitch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With fewer air particles to carry the sound, it grows fainter and almost disappears in a vacuum — though the bell is still seen striking.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Wave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wave in air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Transverse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Longitudinal wave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wave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wave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Wave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wave in air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Transverse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Longitudinal wave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wave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wave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travels as a longitudinal wave: the air particles vibrate back and forth along the same direction in which the wave travels, forming compressions and rarefactions.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travels fastest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travels fastest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travels fastest in solids because their particles are packed closely and pass the vibration on quickly. The order is solids &gt; liquids &gt; gases.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Good Vibrations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Sound is energy from a vibrating body, and it needs a medium — travelling as compressions and rarefactions, fastest where the particles are closest.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