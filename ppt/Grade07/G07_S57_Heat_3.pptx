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all three modes so students have a map. The key distinction to build: conduction and convection need a material, radiation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conduction with the rod-and-pins picture: pins fall off in order from the hot end as heat travels along. Stress the particles stay put — only energy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everyday materials into conductors and insulators. The metal-pan-with-plastic-handle example shows both used together for a sensible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conductors vs insulators with familiar choices. The tile-vs-carpet point explains why the same-temperature floor can feel colder underfoot.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convection current in the beaker. The essential idea: the heated fluid itself moves, carrying heat with it — unlike conduction.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 and land breezes are the classic convection examples — explain them with day/night heating of land vs sea. Ventilators placed high let hot air escape.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Radiation is the odd one out — it needs no material. The Sun-to-Earth example is the clincher, since space is a vacuum. It travels at the speed of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rule: good absorbers are good emitters. Light summer clothes (reflect) and black radiators/cooking vessels (absorb and emit) bring it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example is the absorb/emit rule in action: black absorbs (solar heater) or emits (radiator) well, while pale, shiny surfaces reflect.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flask is the perfect summary of the chapter: each feature blocks one mode of heat transfer. Ask students to match each feature to the mode it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the chapter together with applications. Each one chooses a conductor, an insulator, or a convection/radiation effect for a sensible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each. The flask is a great closing question — name the feature that blocks each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Transfer of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Conduction  •  Convection  •  Radiation  •  Conductors and insulators  •  The vacuum flask</a:t>
            </a:r>
          </a:p>
        </p:txBody>
      </p:sp>
      <p:pic>
        <p:nvPicPr>
          <p:cNvPr id="7" name="Picture 6" descr="g7_thermos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Name the three ways in which heat travels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conduction and tell conductors from insulators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convection and give everyday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radiation and how it differs from the other two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surface colour affects absorbing and emitting heat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vacuum flask reduces all three kinds of heat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Conduction &amp; Convection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heat travels through solids and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THREE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Three Ways Heat Travels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Heat can travel from one place to another in three ways: conduction, convection and radiation.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Conduction: heat passes through a solid without the solid moving as a whole.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Convection: heat is carried by the actual movement of a heated liquid or gas.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Radiation: heat travels as waves and needs no medium at all.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More than one mode can act at the same time, as in a pan of water on a flame.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CONDUCTION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Through Solids: Conduction</a:t>
            </a:r>
          </a:p>
        </p:txBody>
      </p:sp>
      <p:pic>
        <p:nvPicPr>
          <p:cNvPr id="6" name="Picture 5" descr="g7h3_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530352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35838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Heat flows along the rod from the hot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Particle to particle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conduction, heat passes from particle to particle through a solid.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particles vibrate faster and pass the energy along, but do not move from their places.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Hold a metal spoon in hot tea and the handle soon feels hot — that is conduction.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Metals are good conductors; this is why a metal rod heats along its length.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CONDUCTORS &amp; INSULATORS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Good and Poor Conductors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Conductors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Materials that let heat pass easily — metals such as copper, aluminium and iron.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n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Insulators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Materials that hardly let heat pass — wood, plastic, air, wool and glass.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f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the kitchen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Pans are metal to conduct heat, but handles are plastic or wood so they stay cool.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Keeping 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Woollen clothes and air gaps trap heat by being poor conductors.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CONDUCTION AT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Conductors and Insulators in Daily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Choosing the right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Cooking pans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Metal bases conduct heat to the food; handles of wood or plastic stay cool.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Warm clothes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Wool and quilts trap air, a poor conductor, so body heat is not lost.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Tiles feel cold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tiled floor conducts heat away from your feet faster than a carpet does.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Handles &amp; holders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We use cloth or plastic holders to lift hot vessels because they do not conduct heat.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CONVECTION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Through Fluids: Convection</a:t>
            </a:r>
          </a:p>
        </p:txBody>
      </p:sp>
      <p:pic>
        <p:nvPicPr>
          <p:cNvPr id="6" name="Picture 5" descr="g7h3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965960"/>
            <a:ext cx="4572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96735" y="56784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Hot fluid rises; cool fluid sinks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The fluid carries the heat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 liquid or gas, the heated part expands, becomes lighter and rises.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Cooler, denser fluid sinks to take its place and is heated in turn.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sets up a circulating convection current that carries heat through the fluid.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Convection cannot happen in a solid, because the particles cannot move about.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CONVECTION AROUND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Everyday Convection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Sea breeze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By day, land heats faster than the sea, so cool air blows in from the sea.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Land breeze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By night, the sea stays warmer, so the breeze blows from land out to sea.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f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Room heating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Warm air from a heater rises and circulates, warming the whole room.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fo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Ventilators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Hot, stale air rises and escapes through high windows and ventilators.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Conduction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Modes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Heat travels through a solid metal mainly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Modes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Heat travels through a solid metal mainly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a solid, heat passes from particle to particle by conduction. The particles vibrate faster and pass energy along without leaving their places.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Insulators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the best heat insulator?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Aluminium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Insulators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the best heat insulator?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Aluminium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Wood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Wood is a poor conductor (a good insulator) of heat, which is why pan handles are made of wood or plastic. The others are metals and conduct heat well.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Convection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Convection currents can be set up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Solids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Liquids and gases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Vacuum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Metals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Convection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Convection currents can be set up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Solids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Liquids and gases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Vacuum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Metals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Convection needs particles that are free to move and carry heat with them, so it happens in fluids (liquids and gases), not in solids.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Sea breeze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cool sea breeze blows toward the land during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Winter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Sea breeze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cool sea breeze blows toward the land during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Day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Winter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By day the land heats faster than the sea. The warm air over the land rises and cooler air flows in from the sea — the sea breeze.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Radiation &amp; the Flask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Heat that needs no medium, and how to trap 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RADIATION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as Waves: Radiation</a:t>
            </a:r>
          </a:p>
        </p:txBody>
      </p:sp>
      <p:pic>
        <p:nvPicPr>
          <p:cNvPr id="6" name="Picture 5" descr="g7h3_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530352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31266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Sun's heat crosses empty space by radiation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No medium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Radiation is the transfer of heat as waves, without any medium.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how the Sun's heat reaches us across empty space.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Radiation travels in straight lines at the speed of light and warms whatever absorbs 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feel it instantly when we stand near a fire or in sunshine.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Black and White Surfaces</a:t>
            </a:r>
          </a:p>
        </p:txBody>
      </p:sp>
      <p:pic>
        <p:nvPicPr>
          <p:cNvPr id="6" name="Picture 5" descr="g7h3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240280"/>
            <a:ext cx="53035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40410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Black absorbs and emits best; white least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Colour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Dull, black surfaces are the best absorbers of heat radiation.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Shiny, white surfaces are poor absorbers; they reflect most radiation away.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good absorber is also a good emitter, so black surfaces also radiate heat fastest.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why we wear light colours in summer and why radiators are often painted dull black.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RADIATION AROUND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Radiation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Solar water heater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black absorbing panel soaks up the Sun's radiation to heat water.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n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Light summer clothes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Pale clothes reflect heat radiation and keep us cooler in the Sun.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f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Cooling fins &amp; radiators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Painted dull black to radiate away unwanted heat quickly.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parked car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Sunlight radiated in through the glass makes the inside very hot.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THE FLASK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Vacuum (Thermos) Flask</a:t>
            </a:r>
          </a:p>
        </p:txBody>
      </p:sp>
      <p:pic>
        <p:nvPicPr>
          <p:cNvPr id="6" name="Picture 5" descr="g7h3_fl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402336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698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Vacuum, silvering and a stopper cut every heat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Blocking all three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vacuum flask keeps a drink hot or cold by stopping all three kinds of heat transfer.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vacuum between its double walls stops conduction and convection.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silvered walls reflect radiation back, stopping heat loss by radiation.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stopper on top stops convection and conduction through the mouth.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What We Know About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Cooking vessels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Made of metal (good conductors) with insulating handles that stay cool to hold.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n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Warm clothing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Wool and layered clothes trap air, a poor conductor, to keep body heat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fo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Room comfort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Ventilators high on walls let hot air escape; light-coloured roofs stay cooler.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Land &amp; sea breezes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Convection of air between land and sea gives coastal places their daily winds.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Three modes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conduction, convection and radiation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Conduction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particle to particle through a solid; metals are best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heated fluid rises, cool sinks — only in liquids/gases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Radiation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as waves, needs no medium; Sun to Earth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Surfaces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dull black absorbs and emits best; shiny white least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Vacuum flask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vacuum, silvering and stopper block all three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Radiation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Radiation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mode of heat transfer that needs no medium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three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Radiation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mode of heat transfer that needs no medium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three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Radiation transfers heat as waves and needs no material medium. That is how the Sun's heat reaches the Earth across empty space.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Surfaces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best absorber of heat radiation is a surface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Shiny and white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Dull and black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Smooth and silver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Polished and bright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Surfaces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best absorber of heat radiation is a surface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Shiny and white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Dull and black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Smooth and silver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Polished and bright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Dull, black surfaces absorb radiation best (and also emit it best). Shiny, white surfaces reflect most radiation away.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The 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vacuum between the double walls of a thermos flask stops heat loss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 and convection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 and convection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None of these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The 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vacuum between the double walls of a thermos flask stops heat loss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Conduction and convection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 and convection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None of these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There are no particles in a vacuum to carry heat, so the vacuum stops both conduction and convection. The silvering deals with radiation.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Everyday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cooking pan is made of metal but its handle of plastic because metal is a good: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Insulator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Conductor of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Everyday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cooking pan is made of metal but its handle of plastic because metal is a good: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Insulator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Conductor of heat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Metal conducts heat well, so it heats the food quickly. The plastic handle is an insulator and stays cool enough to hold.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Heat on the Move — Three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Conduction, convection and radiation carry heat everywhere — and a vacuum flask shows real mastery by blocking all three at once.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