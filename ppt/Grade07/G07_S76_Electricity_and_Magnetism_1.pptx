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idea of a magnet from earlier grades. The two key facts: a magnet has two poles, and freely suspended it points north–south, which is why it is called a 'magnet' (and how a compass works).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materials into magnetic (iron, steel, nickel, cobalt) and non-magnetic. The separation of iron from a mixture is a neat demonstration and links to scrap recycling.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law clearly and show it with two bar magnets. Like poles repel, unlike poles attract — the single most important rule of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classic exam point. Attraction is ambiguous (iron is also attracted), but repulsion happens only between two magnets — so repulsion is the sure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magnetic field and lines of force. Iron filings sprinkled around a magnet line up along these lines — a demonstration worth describing.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properties of field lines. The 'never cross' and 'crowded at the poles' points are commonly tested. Iron filings reveal the pattern beautifully.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link between electricity and magnetism: a current makes a magnetic field. A coil concentrates it, and an iron core boosts it — that is an electromagnet.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building one: coil, soft-iron core, cell, switch. The fact that it switches on and off is its great advantage over a permanent magnet.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controllable factors: number of turns, size of current, and the soft-iron core. These are standard short-answer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each use to the switch-on/switch-off advantage. The scrap-yard crane is the clearest example of why an electromagnet beats a permanent magnet.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out the trade-offs: the electromagnet is controllable but needs power; the permanent magnet is simple but fixed. The right choice depends on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for each. The sure test and the recipe for a strong electromagnet are the must-know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Magnets &amp; Electromagnets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 law of magnetism  •  Magnetic fields  •  Making an electromagnet  •  Its uses</a:t>
            </a:r>
          </a:p>
        </p:txBody>
      </p:sp>
      <p:pic>
        <p:nvPicPr>
          <p:cNvPr id="7" name="Picture 6" descr="g7_magnet_filings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law of magnetism for like and unlike poles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why repulsion is the only sure test of a magnet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magnetic field and its lines of force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an electric current can produce magnetism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to make an electromagnet and increase its strength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important uses of electromagnets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Magnets &amp; Their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Poles, the law of magnetism and lines of force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Magnets and Their Poles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magnet is a body that attracts magnetic materials like iron and points north–south when freely suspended.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Every magnet has two poles: a north (N) pole and a south (S) pole.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poles are where the magnetism is strongest.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freely hanging magnet always comes to rest pointing north–south.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two poles always occur together — you cannot have a single pole on its 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MAGNETIC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a Magnet Attracts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Magnetic materials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Iron, steel, nickel and cobalt are attracted by a magnet.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Non-magnetic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Wood, plastic, copper, glass and paper are not attracted.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Test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Pass a magnet over a mixture and only the magnetic pieces jump to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g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Use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This is how scrap iron is separated from rubbish with a magnet.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LAW OF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Like Repel, Unlike Attract</a:t>
            </a:r>
          </a:p>
        </p:txBody>
      </p:sp>
      <p:pic>
        <p:nvPicPr>
          <p:cNvPr id="6" name="Picture 5" descr="g7e1_p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N–N and S–S repel; N–S attract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Like repel, unlike attract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Bring two north poles close and they push apart — they repel.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Bring a north pole near a south pole and they pull together — they attract.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So: like poles repel, and unlike poles attract.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the law of magnetism, the basic rule for how magnets behave.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THE SURE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Repulsion Is the Sure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Repulsion — not attraction — is the only sure test of whether a bar is a magnet.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magnet attracts both another magnet and an unmagnetised iron bar.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attraction alone cannot prove the other bar is a magnet.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Only another magnet can be repelled.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a bar repels a known magnet, it must itself be a magnet.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MAGNETIC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Magnetic Field</a:t>
            </a:r>
          </a:p>
        </p:txBody>
      </p:sp>
      <p:pic>
        <p:nvPicPr>
          <p:cNvPr id="6" name="Picture 5" descr="g7e1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Field lines run from N to S outside the magnet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Lines of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space around a magnet where its force can be felt is its magnetic field.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picture the field using magnetic lines of force.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Outside the magnet, these lines run from the north pole to the south pole.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lines are closest together near the poles, where the field is strongest.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FIELD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Properties of Magnetic Field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om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Outside the magnet they run from the north pole to the south pole.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Never cross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Two field lines never cross each other.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mag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Crowding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They are crowded near the poles, where the field is strongest.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g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Closed loops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Each line forms a closed loop, passing through the magnet from S to N inside.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Magnets &amp;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Law of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two north poles are brought close together,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nothing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Join into 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Law of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two north poles are brought close together,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nothing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Join into 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Like poles repel. Two north poles (or two south poles) push each other apart, while unlike poles attract.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Sure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only sure test of whether a bar is a magnet is that it shows: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Repulsion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Rusting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Sure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only sure test of whether a bar is a magnet is that it shows: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Repulsion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Rusting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magnet attracts both magnets and unmagnetised iron, so attraction is not proof. Only two magnets repel, so repulsion is the sure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Field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Outside a bar magnet, the magnetic field lines run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South to north 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North to south 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 to pole inside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Nowhere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Field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Outside a bar magnet, the magnetic field lines run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South to north 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North to south pole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 to pole inside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Nowhere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Outside the magnet, field lines are taken to run from the north pole to the south pole; inside, they run from S to N to form closed loops.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Poles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How many poles does a single bar magnet have?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Four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Poles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How many poles does a single bar magnet have?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Two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Every magnet has two poles, a north and a south. They always occur in pairs — a single isolated pole does not exist.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Electromagnets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Magnetism made from an electric current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ELECTROMAGNET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Magnetism From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An electric current flowing through a coil of wire produces a magnetic field; with a soft-iron core this makes an electromagnet.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current-carrying wire behaves like a magnet around 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Winding the wire into a coil (solenoid) makes the field much stronger.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Placing a soft-iron core inside the coil makes a powerful electromagnet.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Switch the current off and the magnetism almost completely disappears.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MAKING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Making an Electromagnet</a:t>
            </a:r>
          </a:p>
        </p:txBody>
      </p:sp>
      <p:pic>
        <p:nvPicPr>
          <p:cNvPr id="6" name="Picture 5" descr="g7e1_em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Current in the coil magnetises the iron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Coil + core +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Wind insulated copper wire into many turns around a soft-iron nail or rod.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Connect the ends of the coil to a cell through a switch.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the switch is closed, the iron becomes a strong magnet and picks up pins.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Open the switch and the iron loses almost all its magnetism.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Making an Electromagnet Stronger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More 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Increasing the number of turns in the coil makes the electromagnet stronger.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More 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Using a larger current through the coil increases the strength.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mag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Soft-iron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soft-iron core greatly increases the strength and loses magnetism when switched off.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fo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Shorter, thicker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short, thick coil gives a stronger field than a long, thin 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Uses of Electromagnets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Lifting cranes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Powerful electromagnets lift heavy iron scrap and drop it by switching 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 bell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electromagnet repeatedly pulls an iron armature to strike the gong.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Separating iron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Electromagnets pull iron pieces out of mixed scrap and rubbish.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Relays &amp; devices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They switch circuits in relays, and work in motors, loudspeakers and maglev trains.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TWO KINDS OF 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Electromagnet vs Permanent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Compare and 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Switchable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 electromagnet can be turned on and off; a permanent magnet is always magnetic.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Strength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 electromagnet's strength can be changed; a permanent magnet's cannot.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Needs power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 electromagnet works only while current flows; a permanent magnet needs none.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Reversible poles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Reversing the current swaps an electromagnet's poles; a permanent magnet's poles are fixed.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every magnet has N and S poles; points north–south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Law of magnetism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like poles repel, unlike poles attract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Sure test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repulsion is the only sure test of a magnet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Magnetic field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space around a magnet; lines run N to S outside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Electromagnet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coil + current + soft-iron core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Strength &amp; uses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more turns/current/iron; cranes, bells, relays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Electromagnets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electromagnet produces magnetism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permanent magnet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electric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Sunlight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electromagnet produces magnetism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permanent magnet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An electric current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Sunlight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An electromagnet works only while a current flows through its coil. The current's magnetic field magnetises the soft-iron core.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core of a strong electromagnet is made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Soft 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core of a strong electromagnet is made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Soft iron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Soft iron is used because it becomes strongly magnetic when the current flows and loses almost all its magnetism when the current is switched off.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Strength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strength of an electromagnet can be increased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Fewer 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smaller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turns in the coil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Removing the core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Strength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strength of an electromagnet can be increased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Fewer 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smaller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More turns in the coil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Removing the 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More turns, a larger current and a soft-iron core all make an electromagnet stronger. Fewer turns or a smaller current weaken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Electromagnets are preferred over permanent magnets in cranes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cheaper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 be switched on and 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Never lose strength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lighter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Electromagnets are preferred over permanent magnets in cranes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cheaper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Can be switched on and off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Never lose strength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lighter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An electromagnet can be switched on to grip iron scrap and switched off to release it — something a permanent magnet cannot 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Magnets, Made to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Magnets obey one rule — like repel, unlike attract — and a current-carrying coil lets us switch magnetism on and off at will.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