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deviation from the refraction chapter, then set up the idea that deviation depends on colour — leading into dispersion.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dispersion. The cause is that refractive index depends on colour (wavelength). Mention Newton's prism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Hammer the chain: speed → refractive index → deviation. Note there is NO dispersion in vacuum, where all colours share speed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two ends: violet (short λ, high f) and red (long λ, low f). Everything else lies between.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Newton's two-prism and spinning-disc demonstrations to prove white light is a mixture, not the prism's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visible light is a tiny slice. Learn the order both ways: by increasing frequency and by decreasing wavelength.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shared properties are commonly examined. Contrast with sound, which needs a medium.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c = fλ for the numerical that follows. Emphasise the inverse relation between f and 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Rearrange c = fλ for λ. Note radio waves are metres long, unlike the nanometre wavelengths of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dispersion to familiar sights. A rainbow is nature's prism made of raindrops.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path: refraction → internal reflection → refraction. The geometry puts red outside and violet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the order of the EM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Spectrum &amp; Dispersion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Deviation by a prism  •  Dispersion of white light  •  The electromagnetic spectrum</a:t>
            </a:r>
          </a:p>
        </p:txBody>
      </p:sp>
      <p:pic>
        <p:nvPicPr>
          <p:cNvPr id="7" name="Picture 6" descr="g10_spectrum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deviation produced by a triangular prism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dispersion of white light into a spectrum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Recall the seven colours and their wavelength/frequency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violet deviates more than 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members of the electromagnetic spectrum in order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wave relation c = f 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Dispersion of White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a prism splits white light into colours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DEVIATION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Deviation by a Prism</a:t>
            </a:r>
          </a:p>
        </p:txBody>
      </p:sp>
      <p:pic>
        <p:nvPicPr>
          <p:cNvPr id="6" name="Picture 5" descr="g10sp_pr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3776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Light bends toward the base of the prism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Angle of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prism has two refracting surfaces inclined at the angle of the prism, 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refracts at both faces and bends toward the base.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angle between the incident and emergent directions is the angle of deviation, δ.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Different colours are deviated by different amounts — the key to dispersion.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DISPERSION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Dispersion of White Light</a:t>
            </a:r>
          </a:p>
        </p:txBody>
      </p:sp>
      <p:pic>
        <p:nvPicPr>
          <p:cNvPr id="6" name="Picture 5" descr="g10sp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965960"/>
            <a:ext cx="53035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67842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seven colours: VIBGYOR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White light → a spectrum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White light is a mixture of seven colours.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colour travels at a slightly different speed in glass, so each has a different refractive index.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prism therefore deviates each colour by a different amount, spreading them out.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splitting of white light into its colours is called dispersion; the band of colours is the spectrum.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WHY IT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the Colours Separate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Different speeds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glass, violet light travels slowest and red fastest.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Different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 glass has the highest refractive index for violet and the lowest for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is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Different deviation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Higher index → more bending, so violet is deviated most and red least.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a vacuum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All colours travel at the same speed c, so there is no dispersion in vacuum.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THE COLOURS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VIBGYOR — Wavelength &amp;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From violet to 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Violet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shortest wavelength (~400 nm), highest frequency, deviated most.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Through to Red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wavelength increases and frequency decreases across the spectrum.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longest visible wavelength (~700 nm), lowest frequency, deviated least.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Order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Violet, Indigo, Blue, Green, Yellow, Orange, Red — remember VIBGYOR.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RECOMBINATION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White Light Can Be Re-made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second, inverted prism can recombine the spectrum back into white light — proving the colours were always in the white 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single prism disperses; a matched inverted prism recombines.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shows the prism does not 'create' colour — it only separates what is already there.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disc painted with the seven colours (Newton's disc) looks white when spun fast.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3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Most Deviated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white light passes through a glass prism, which colour emerges closest to the base of the prism (deviated most)?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Yellow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Violet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Most Deviated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white light passes through a glass prism, which colour emerges closest to the base of the prism (deviated most)?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Yellow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Violet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Glass has the highest refractive index for violet (it travels slowest), so violet bends the most and emerges nearest the base. Red, with the lowest index, deviates least.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Dispersion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White light passes through a thick glass slab with parallel sides instead of a prism. The emergent light is white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Glass cannot disperse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colours recombine as they leave the parallel 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 light has only one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slab is too thick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Dispersion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White light passes through a thick glass slab with parallel sides instead of a prism. The emergent light is white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Glass cannot disperse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colours recombine as they leave the parallel 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White light has only one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slab is too thick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slab does disperse light inside, but because its faces are parallel the colours bend back and recombine on emerging, so the output is white (just slightly shifted). A prism's inclined faces keep them separated.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Spinning Disc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Newton's disc, painted with the seven spectrum colours, appears white when spun rapidly. This shows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colours disappear when moving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 light is a combination of the seven colours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disc reflects only white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Fast motion removes colour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Spinning Disc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Newton's disc, painted with the seven spectrum colours, appears white when spun rapidly. This shows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colours disappear when moving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White light is a combination of the seven colours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disc reflects only white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Fast motion removes colour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eye blends the rapidly changing colours together. Their recombination producing white proves white light is a mixture of all seven colours.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Electromagnetic Spectrum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Visible light is one small part of a much larger family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EM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Electromagnetic Spectrum</a:t>
            </a:r>
          </a:p>
        </p:txBody>
      </p:sp>
      <p:pic>
        <p:nvPicPr>
          <p:cNvPr id="6" name="Picture 5" descr="g10sp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Radio (long λ) → Gamma (short λ)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One family, many wavelengths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Visible light is just one small band of a huge family of electromagnetic waves.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order of increasing frequency: radio, microwave, infrared, visible, ultraviolet, X-rays, gamma rays.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Wavelength decreases and frequency (and energy) increases from radio to gamma.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All of them are electromagnetic waves — only their wavelength differs.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SHARED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All EM Waves Have in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All travel at 3 × 10⁸ m/s in vacuum — the speed of light,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 medium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are transverse waves that can travel through a vacuum.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Carry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Higher frequency means higher energy per wave.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 = f 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 every member, speed = frequency × wavelength.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WAVE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Speed, Frequency &amp; Wavelength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For any electromagnetic wave, the speed equals the frequency multiplied by the wavelength.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c  =  f × λ        (c = 3 × 10⁸ m/s)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frequency goes up, wavelength goes down (c is fixed).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Gamma rays: very high f, very short λ.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Radio waves: low f, very long 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c = f 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radio station broadcasts at a frequency of 100 MHz (1 × 10⁸ Hz). Find the wavelength of the waves. (c = 3 × 10⁸ m/s)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 = f × λ   →   λ = c / f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λ = (3 × 10⁸) / (1 × 10⁸)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λ = 3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λ = 3 m — typical of FM radio waves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 NATURE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Dispersion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Rainbow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Raindrops act like tiny prisms, dispersing sunlight into an arc of colours.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CD / DVD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Fine grooves split white light into a shifting spectrum of colours.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Oil film &amp; bubbles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Thin films break white light into colours by interference and dispersion.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r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Diamond fire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Strong dispersion inside diamond spreads light into flashes of colour.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RAINBOW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Rainbow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Each drop is a tiny prism + mirror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Sunlight enters a raindrop and refracts, dispersing into colours.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light reflects once off the back of the drop.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It refracts again on leaving, spreading the colours further.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Red appears on the outer edge of the bow and violet on the inner.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Deviation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prism bends light toward its base by angle δ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Dispersion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white light splits because index depends on colour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VIBGYOR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violet shortest λ / most deviated; red longest / least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Recombination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inverted prism re-makes white light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EM spectrum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radio → micro → IR → visible → UV → X-ray → gamma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 = f λ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all EM waves travel at c = 3 × 10⁸ m/s in vacuum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Spectra &amp; Waves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list is in order of INCREASING frequency?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Gamma, X-ray, UV, visible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Radio, infrared, visible, ultraviolet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Visible, infrared, microwave, radio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X-ray, UV, visible, infrared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list is in order of INCREASING frequency?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Gamma, X-ray, UV, visible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Radio, infrared, visible, ultraviolet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Visible, infrared, microwave, radio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X-ray, UV, visible, infrared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Frequency increases from radio waves (lowest) up through infrared and visible to ultraviolet and beyond. Wavelength does the opposite — it decreases.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the Wavelength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X-ray has a frequency of 3 × 10¹⁸ Hz. Its wavelength is (c = 3 × 10⁸ m/s):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× 10⁻¹⁰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× 10¹⁰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 × 10²⁶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× 10⁻²⁶ 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the Wavelength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X-ray has a frequency of 3 × 10¹⁸ Hz. Its wavelength is (c = 3 × 10⁸ m/s):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 × 10⁻¹⁰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× 10¹⁰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9 × 10²⁶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× 10⁻²⁶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λ = c / f = (3 × 10⁸) / (3 × 10¹⁸) = 1 × 10⁻¹⁰ m. Such tiny wavelengths are why X-rays can pass between atoms in the body.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Travels Fastest?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vacuum, which travels fastest — a radio wave, green light, or a gamma ray?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radio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gamma 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all travel at the same speed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Travels Fastest?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vacuum, which travels fastest — a radio wave, green light, or a gamma ray?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radio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Green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gamma 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They all travel at the same 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All electromagnetic waves travel at c = 3 × 10⁸ m/s in a vacuum, regardless of frequency. They differ in wavelength and energy, not speed.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Highest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electromagnetic radiations carries the most energy per wave?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Radio waves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Visible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Gamma rays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Highest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electromagnetic radiations carries the most energy per wave?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Radio waves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Infrared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Visible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Gamma rays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increases with frequency. Gamma rays have the highest frequency (shortest wavelength) of all, so they carry the most energy — which is why they are so penetrating and dangerous.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Speed?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Radio waves have a much longer wavelength than visible light. In vacuum, the radio waves therefore have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frequency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Speed?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Radio waves have a much longer wavelength than visible light. In vacuum, the radio waves therefore have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Higher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Lower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Higher frequency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All EM waves share the same speed c in vacuum, so from c = fλ a longer wavelength must mean a lower frequency. Speed is unchanged — only f and λ trade off.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From Rainbows to Gamma 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prism reveals the colours hidden in white light — and visible light is just one note in a vast electromagnetic symphony.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