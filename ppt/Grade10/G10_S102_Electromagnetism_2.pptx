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motor effect. Force depends on field, current and length, and is maximum at 90°. This drives the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mnemonic: First=Field, seCond=Current, thuMb=Motion. Left hand for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commutator is the crucial part — it flips the current each half turn so the coil keeps turning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Induction is the reverse of the motor effect. Key word: CHANGE. A stationary magnet induces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Faraday: a change of field induces an EMF; faster change (or more turns) gives a bigger EMF.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factors that increase induced EMF — all are about a bigger or faster change of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this with the left-hand rule: left = motor (force), right = generator (induced current). A frequent point of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Generator: motion → electricity (induction). Transformer: changes AC voltage using two coils and a changing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contrast the motor effect (left hand) with induction (right hand / generators).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Motors &amp; Induction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Force on a conductor  •  The DC motor  •  Electromagnetic induction  •  Generators</a:t>
            </a:r>
          </a:p>
        </p:txBody>
      </p:sp>
      <p:pic>
        <p:nvPicPr>
          <p:cNvPr id="7" name="Picture 6" descr="g10em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force on a current-carrying conductor in a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Fleming's left-hand rule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simple DC motor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electromagnetic induction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Faraday's laws of electromagnetic induction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Outline how a generator and a transformer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Motor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When a current feels a force in a magnetic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MOTOR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Force on a Conductor</a:t>
            </a:r>
          </a:p>
        </p:txBody>
      </p:sp>
      <p:pic>
        <p:nvPicPr>
          <p:cNvPr id="6" name="Picture 5" descr="g10em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Opposite forces on the two sides of the coil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Current + field →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current-carrying conductor placed in a magnetic field experiences a force.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force is largest when the conductor is at right angles to the field.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bigger for a stronger field, a larger current or a longer conductor.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Reversing the current — or the field — reverses the direction of the force.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FLEMING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Fleming's Left-Hand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Fleming's left-hand rule gives the direction of the force on the conductor.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Hold the thumb, first finger and second finger of the left hand at right angles.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First finger → Field, seCond finger → Current, thuMb → Motion (force).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 it for motors — anything that is made to move.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DC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Simple DC Motor</a:t>
            </a:r>
          </a:p>
        </p:txBody>
      </p:sp>
      <p:pic>
        <p:nvPicPr>
          <p:cNvPr id="6" name="Picture 5" descr="g10em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commutator keeps the rotation going one 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Turning electricity into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rectangular coil sits between the poles of a 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Current flows in opposite directions along the two sides, so they feel opposite forces.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pair of forces makes the coil rotate.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split-ring commutator reverses the current every half turn, keeping it spinning the same 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Hand?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find the direction in which a motor's coil is pushed, you 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Fleming's right-hand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Fleming's left-hand rule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right-hand thumb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Ohm's law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Hand?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find the direction in which a motor's coil is pushed, you 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Fleming's right-hand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Fleming's left-hand rule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right-hand thumb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Ohm's law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left-hand rule gives the direction of force (motion) on a current in a field — used for motors. The right-hand rule is for induced currents in generators.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current-carrying wire lies exactly parallel to the magnetic field. The force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the maximum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current-carrying wire lies exactly parallel to the magnetic field. The force on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 the maximum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Reversed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motor effect is greatest when the wire is at 90° to the field and zero when it lies along the field. Parallel to the field, there is no force.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Reverse Both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motor, both the current AND the magnetic field are reversed at the same time. The coil now turns: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opposite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way as before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Twice as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stops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Reverse Both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motor, both the current AND the magnetic field are reversed at the same time. The coil now turns: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opposite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same way as before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Twice as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stops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Reversing the current alone, or the field alone, flips the force. Reversing both flips it twice — back to the original direction — so the coil turns the same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Commutator's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split-ring commutator in a DC motor is needed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 the current in the coil every half turn so it keeps rotating one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 the motor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Commutator's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split-ring commutator in a DC motor is needed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Reverse the current in the coil every half turn so it keeps rotating one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 the motor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Without it, the coil would stop after a half turn. The commutator flips the current direction at just the right moment so the forces keep driving the coil the same way round.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Speed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make a simple DC motor spin faster?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weaker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current through the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fewer turns on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commutator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Speed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make a simple DC motor spin faster?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a weaker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Increasing the current through the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fewer turns on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Removing the commutator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larger current means a bigger force on each side of the coil, turning it more strongly and faster. A stronger magnet or more turns would help too; a weaker magnet or fewer turns would slow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Electromagnetic Induction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Magnetism making electricity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Electromagnetic Induction</a:t>
            </a:r>
          </a:p>
        </p:txBody>
      </p:sp>
      <p:pic>
        <p:nvPicPr>
          <p:cNvPr id="6" name="Picture 5" descr="g10em_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Move the magnet → the galvanometer deflects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changing field makes a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Moving a magnet into or out of a coil makes a current flow in the coil.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No battery is needed — the changing magnetic field 'induces' the current.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galvanometer deflects, showing the induced current.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Stop moving the magnet and the current stops — only a change induces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Faraday's Laws of Induction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Faraday summarised electromagnetic induction in two laws.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First law: an EMF is induced whenever the magnetic field through a coil changes.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Second law: the size of the induced EMF is greater when the field changes faster.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More turns, a stronger magnet and faster movement all increase the induced EMF.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BIGGER EMF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to Increase the Induced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Move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quicker change of the magnetic field induces a larger EMF.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coil with more turns gives a bigger induced EMF.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Stronger magnet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more powerful magnet increases the change in field.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atte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 movement, no EMF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If nothing changes, no current is induced.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FLEMING (RIGHT)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Fleming's Right-Hand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For induction (generators) we use the RIGHT hand to find the direction of the induced current.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Hold thumb, first finger and second finger of the RIGHT hand at right angles.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First finger → Field, thuMb → Motion, seCond finger → induced Current.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Left hand for motors (force); right hand for generators (induced current).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GENERATOR &amp;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Machines From Induction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AC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coil spun in a magnetic field induces an alternating current — how power stations make 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Slip 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Connect the spinning coil to the outside circuit, giving AC.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Uses a changing current in one coil to induce a voltage in another.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Step up /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More turns on the output coil step the voltage up; fewer step it down.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Motor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 in a field feels a force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Fleming's left hand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Field, Current, Motion — for motors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DC motor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opposite forces turn a coil; commutator keeps it going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changing field induces a current — no battery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Faraday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EMF appears on change; faster change → bigger EMF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Generator &amp; transformer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make AC, and step voltage up or down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Induction &amp;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Make It Deflect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 magnet is held still inside a coil connected to a galvanometer. The galvanometer reads zero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magnet is too weak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change in the magnetic field, so no EMF is induced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coil has too few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wire is broken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Make It Deflect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 magnet is held still inside a coil connected to a galvanometer. The galvanometer reads zero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magnet is too weak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There is no change in the magnetic field, so no EMF is induced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coil has too few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wire is broken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Induction needs a CHANGING field. A motionless magnet gives a steady field through the coil, so nothing is induced. Move it and the needle springs to life.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Bigger Kick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would give the largest deflection on the galvanometer?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Pushing a weak magnet in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Pushing a strong magnet in quickly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Holding a strong magnet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Bigger Kick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would give the largest deflection on the galvanometer?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Pushing a weak magnet in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Pushing a strong magnet in quickly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Holding a strong magnet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Removing the coil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induced EMF grows with a stronger magnet and a faster change. A strong magnet moved quickly maximises both, giving the biggest deflection.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Motor or Generator?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device that converts electrical energy into motion is a motor. A device that converts motion into electrical energy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Generator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Motor or Generator?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device that converts electrical energy into motion is a motor. A device that converts motion into electrical energy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Generator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generator does the reverse of a motor: spinning a coil in a field induces a current, turning mechanical motion into electrical energy.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Transformer Needs 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transformer works only with alternating current because it relies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steady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continually changing magnetic field to induce a voltage in the second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commutator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Transformer Needs 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transformer works only with alternating current because it relies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steady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continually changing magnetic field to induce a voltage in the second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permanent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commutator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Induction needs change. AC constantly changes, so it keeps the field through the second coil changing and a voltage is induced. A steady DC current would induce nothing.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Step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transformer has more turns on its output (secondary) coil than on its input. It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Step the voltage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Step the voltage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Leave the voltage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the current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Step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transformer has more turns on its output (secondary) coil than on its input. It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Step the voltage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Step the voltage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Leave the voltage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 the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voltage shares out in proportion to the turns. More turns on the secondary than the primary means a higher output voltage — a step-up transformer.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Motion and Electricity,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current in a field moves a motor; a moving magnet powers a city — electromagnetism runs the modern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