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bucket-vs-spark example is the clearest way to separate heat (total energy) from temperature (degree of hotness).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Q = mcΔT and name each term. Everything in this chapter is built on this relation.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the distinction with units and instruments. Temperature difference, not heat content, drives the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 capacity is for the whole body (depends on mass). Contrast with specific heat capacity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Specific heat capacity is PER kilogram — a material property. Water's high value is the headline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link: heat capacity = m × c. One is for the object, the other for the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should remember water = 4200. Metals are roughly ten-times smaller, hence quick to heat and cool.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Find ΔT first, then substitute. Encourage a kJ answer for a sense of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for ΔT. Note the same heat would warm metals far more than water, because c is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Q = mcΔT and the heat-capacity vs specific-heat distinction are the exam essentials.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Heat &amp; Specific Heat Capacity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Heat vs temperature  •  Heat capacity  •  Specific heat capacity  •  Q = m c ΔT</a:t>
            </a:r>
          </a:p>
        </p:txBody>
      </p:sp>
      <p:pic>
        <p:nvPicPr>
          <p:cNvPr id="7" name="Picture 6" descr="g10_hea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heat from temperature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factors that decide the heat absorbed by a body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heat (thermal) capacity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specific heat capacity and its unit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heat capacity from specific heat capacity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relation Q = m c ΔT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Heat and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Two different ideas that are often confused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TWO IDEAS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vs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form of energy that flows from a hotter body to a colder one. Measured in joules.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How hot or cold a body is — what decides the direction of heat flow. Measured in °C or 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Energy vs degree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is total thermal energy; temperature is the average energy per molecule.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 big example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bucket of warm water holds more heat than a red-hot spark, though the spark is hotter.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QUANTITY OF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Decides the Heat Absorbed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heat needed to warm a body depends on its mass, the material, and the temperature 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Q  =  m c ΔT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 = mass, c = specific heat capacity, ΔT = temperature change.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More mass or a bigger temperature rise needs more heat.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Different materials need different amounts of heat (different 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and Temperature Compared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Heat 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is energy on the move from hot to cold.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 decides direction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always flows from higher to lower temperature.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Units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in joules (J); temperature in °C or kelvin (K).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Measured by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by a calorimeter; temperature by a thermometer.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HEAT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(Thermal) Capacity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heat capacity of a body is the heat needed to raise its temperature by 1°C (or 1 K).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Heat capacity  =  Q / ΔT  =  m c        (unit: J/°C)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depends on both the mass and the material of the body.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large body has a large heat capacity.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Unit: joule per degree Celsius (J/°C) or J/K.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Hotter or More Heat?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cup of tea at 90°C and a bath of water at 40°C. Which statement is correct?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tea contains more heat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bath contains more heat energy, though the tea is hotter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contain the same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Temperature equals heat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Hotter or More Heat?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cup of tea at 90°C and a bath of water at 40°C. Which statement is correct?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tea contains more heat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bath contains more heat energy, though the tea is hotter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contain the same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Temperature equals heat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Temperature tells you how hot something is; heat depends also on mass. The large mass of bath water stores far more thermal energy than the small, hotter cup of tea.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Direction of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bodies are placed in contact. Heat flows from one to the other until: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Their masses are equal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Their heat capacities are equal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reach the same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All heat is destroyed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Direction of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bodies are placed in contact. Heat flows from one to the other until: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Their masses are equal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Their heat capacities are equal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They reach the same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All heat is destroyed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 flows from the hotter to the colder body. It stops when both are at the same temperature — thermal equilibrium — whatever their masses.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More Heat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needs the MOST heat to warm it by 10°C? (water has a high specific heat capacity)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kg of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kg of 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kg of copper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kg of sand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More Heat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needs the MOST heat to warm it by 10°C? (water has a high specific heat capacity)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 kg of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kg of 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kg of copper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kg of sand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For equal masses and equal temperature rise, Q = mcΔT means the substance with the largest c needs the most heat. Water's specific heat capacity is far higher than metals or sand.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Units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SI unit in which heat energy is measured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Degree Celsius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Kelvin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Units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SI unit in which heat energy is measured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Degree Celsius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Kelvin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 is a form of energy, so it is measured in joules. Degree Celsius and kelvin are units of temperature, and the watt is a unit of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Specific Heat Capacity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heat 'fingerprint' of a material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SPECIFIC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Specific Heat Capacity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specific heat capacity of a substance is the heat needed to raise the temperature of 1 kg of it by 1°C.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c  =  Q / (m ΔT)        (unit: J / kg °C)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a property of the material, not the size of the body.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Water has a very high value: 4200 J/kg °C.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Metals have low values, so they heat up and cool down quickly.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DISTINCTION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Capacity vs Specific Heat Capacity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Heat capacity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 the whole body; depends on mass; unit J/°C.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Specific heat capacity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Per kilogram; a material property; unit J/kg°C.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Linked by mass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capacity = mass × specific heat capacity.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Example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2 kg of water: c = 4200 J/kg°C, but heat capacity = 8400 J/°C.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Specific Heat Capacities to Know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Water stands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4200 J/kg°C — unusually high; stores a lot of heat.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about 2100 J/kg°C — roughly half that of water.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Aluminium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about 900 J/kg°C.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Iron / steel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about 450–500 J/kg°C — heats up quickly.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Copper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about 390 J/kg°C — among the lowest.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Q = m c ΔT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How much heat is needed to raise the temperature of 2 kg of water from 20°C to 70°C? (c_water = 4200 J/kg°C)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m c ΔT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ΔT = 70 − 20 = 50°C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2 × 4200 × 50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420,000 J = 420 kJ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 = 420,000 J (420 kJ)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Temperature Rise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5000 J of heat is given to 0.5 kg of aluminium (c = 900 J/kg°C). Find its temperature 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m c ΔT   →   ΔT = Q / (m c)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ΔT = 5000 / (0.5 × 900)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ΔT = 5000 / 450 ≈ 11.1°C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Temperature rise ≈ 11.1°C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energy that flows from hot to cold; measured in joules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Temperature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degree of hotness; decides the direction of flow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 = m c ΔT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depends on mass, material and temperature change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 capacity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Q/ΔT for the whole body; unit J/°C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Specific heat capacity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per kg material property; unit J/kg°C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very high c = 4200 J/kg°C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Specific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Heat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heat required to raise 3 kg of water by 10°C is (c = 4200 J/kg°C):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12,600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42,000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126,000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1260 J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Heat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heat required to raise 3 kg of water by 10°C is (c = 4200 J/kg°C):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12,600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42,000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126,000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1260 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Q = mcΔT = 3 × 4200 × 10 = 126,000 J. Keep mass, c and ΔT in the right places.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Quick to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does a metal spoon in hot soup become hot far quicker than the soup took to heat up?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Metal has a very high specific heat capacity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Metal has a low specific heat capacity, so little heat raises its temperature a 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Metal makes its own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Soup is colder than the spoon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Quick to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does a metal spoon in hot soup become hot far quicker than the soup took to heat up?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Metal has a very high specific heat capacity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Metal has a low specific heat capacity, so little heat raises its temperature a 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Metal makes its own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Soup is colder than the spoon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small c means only a little heat is needed to raise the metal's temperature sharply. Water's high c is why the soup took much longer to warm.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Heat Capacity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heat capacity of 4 kg of a substance of specific heat capacity 500 J/kg°C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125 J/°C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2000 J/°C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504 J/°C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0.008 J/°C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Heat Capacity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heat capacity of 4 kg of a substance of specific heat capacity 500 J/kg°C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125 J/°C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2000 J/°C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504 J/°C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0.008 J/°C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 capacity = mass × specific heat capacity = 4 × 500 = 2000 J/°C. It is the heat needed to warm the whole 4 kg by 1°C.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Coastal Climate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Places near the sea have milder weather than inland places mainly because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Reflects sunlight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high specific heat capacity, so it warms and cools slowly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always cold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no specific heat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Coastal Climate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Places near the sea have milder weather than inland places mainly because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Reflects sunlight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Has a high specific heat capacity, so it warms and cools slowly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always cold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no specific heat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sea stores huge amounts of heat without large temperature swings, moderating the temperature of nearby land — warmer winters and cooler summers.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Heat, Bigger Rise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Equal masses of water and oil are given the same amount of heat. The oil (lower c) will show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Smaller temperature rise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temperature 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temperature 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Fall in temperature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Heat, Bigger Rise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Equal masses of water and oil are given the same amount of heat. The oil (lower c) will show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Smaller temperature rise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Greater temperature 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Equal temperature 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Fall in temperature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For the same heat and mass, ΔT = Q/(mc) is larger when c is smaller. Oil's lower specific heat capacity means it heats up more than water for the same energy.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Energy It Takes to Warm Things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Q = m c ΔT — three letters that explain everything from a kettle to the climate by the sea.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