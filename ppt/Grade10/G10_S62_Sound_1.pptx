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light (transverse, no medium needed). A ringing bell in a vacuum jar goes silent — sound needs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obeys the same reflection laws as light. Distinguish a clean echo from blurred reverberation.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 the 17 m minimum from 0.1 s and 340 m/s. This 0.1 s 'persistence of hearing' is key to echo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factor of 2 for the round trip. Reinforce that small rooms give reverberation, not 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classic trap: the echo time covers the round trip, so divide by 2. Students who forget this double their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doable open-ground experiment. Stress 2d for the round trip and averaging to cut timing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Reinforces 2d again. The answer matches the standard speed of sound in air at room temperature.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use is the echo principle applied. The depth/SONAR formula is the same 'divide by 2'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speed of sound in water (~1500 m/s) is much greater than in air. Same halving idea for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'2d / divide by 2' idea is the through-line.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Sound Waves &amp; Echo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How sound travels  •  Reflection of sound  •  Echo  •  Speed of sound by echo</a:t>
            </a:r>
          </a:p>
        </p:txBody>
      </p:sp>
      <p:pic>
        <p:nvPicPr>
          <p:cNvPr id="7" name="Picture 6" descr="g10_soun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sound as a longitudinal wave needing a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laws governing the reflection of sound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an echo and the condition for hearing 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Calculate distances using the echo method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Determine the speed of sound by an echo experiment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practical uses of the echo (SONAR, depth-finding)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Sound Waves &amp; Reflection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sound is and how it bounces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SOUND 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Is a Longitudinal Wave</a:t>
            </a:r>
          </a:p>
        </p:txBody>
      </p:sp>
      <p:pic>
        <p:nvPicPr>
          <p:cNvPr id="6" name="Picture 5" descr="g10so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0280"/>
            <a:ext cx="54864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041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Particles vibrate along the wave direction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Compressions &amp; rarefactions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Sound travels as compressions and rarefactions of the medium.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particles vibrate back and forth along the direction the wave travels.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Sound needs a material medium — it cannot travel through a vacuum.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travels fastest in solids, slower in liquids, slowest in gases.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Reflects Like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o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angle of incidence equals the angle of reflection, and all lie in one plane.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Hard surfaces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Smooth, hard walls reflect sound well; soft surfaces absorb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reflected sound heard distinctly after the original is an echo.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Reverberation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Many quick overlapping reflections in a hall are heard as reverberation.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an Echo?</a:t>
            </a:r>
          </a:p>
        </p:txBody>
      </p:sp>
      <p:pic>
        <p:nvPicPr>
          <p:cNvPr id="6" name="Picture 5" descr="g10so_ec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2148839"/>
            <a:ext cx="53035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5215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Echo needs a gap of at least 0.1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Reflected sound, heard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An echo is sound heard again after being reflected from a distant surface.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ear can separate two sounds only if they arrive at least 0.1 s apart.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that time sound travels about 34 m (there and back), so the reflector must be at least ~17 m away.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Closer than this, the reflection merges with the original sound.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MINIMUM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17 Metres?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To hear a distinct echo the reflecting surface must be far enough that the echo returns at least 0.1 s later.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d  =  (v × t) / 2  =  (340 × 0.1) / 2  =  17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sound travels to the wall and back — twice the distance.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Using v = 340 m/s and t = 0.1 s gives a minimum of 17 m.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why echoes are heard in large empty halls and valleys, not small rooms.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Distance From an Echo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person shouts toward a cliff and hears the echo 3 seconds later. If the speed of sound is 340 m/s, how far away is the cliff?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Total distance travelled = v × t = 340 × 3 = 1020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This is to the cliff AND back, so it is twice the distance.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Distance to cliff = 1020 / 2 = 510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cliff is 510 m away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Through a Vacuum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astronaut on the airless Moon strikes a bell. A nearby astronaut hears nothing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bell is too quiet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cannot travel without a medium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 absorbs all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travels too fast there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Through a Vacuum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astronaut on the airless Moon strikes a bell. A nearby astronaut hears nothing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bell is too quiet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Sound cannot travel without a medium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Moon absorbs all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travels too fast there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is a mechanical wave that needs particles to vibrate. The Moon has no air, so there is nothing to carry the sound — unlike light, which crosses the vacuum freely.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Echo or Not?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 you hear an echo in a large empty hall but not in a small bedroom?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Bedrooms have no walls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a small room the reflection returns in under 0.1 s and merges with the original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is louder in halls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Bedrooms absorb all sound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Echo or Not?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 you hear an echo in a large empty hall but not in a small bedroom?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Bedrooms have no walls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 a small room the reflection returns in under 0.1 s and merges with the original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is louder in halls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Bedrooms absorb all sound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echo needs the reflected sound to arrive at least 0.1 s later, i.e. the wall must be ≥ 17 m away. A bedroom wall is far closer, so the reflection overlaps the original sound.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Find the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boy claps and hears the echo from a wall after 0.8 s. Taking the speed of sound as 340 m/s, the wall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272 m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136 m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425 m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68 m away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Find the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boy claps and hears the echo from a wall after 0.8 s. Taking the speed of sound as 340 m/s, the wall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272 m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136 m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425 m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68 m away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Total path = 340 × 0.8 = 272 m. That is to the wall and back, so the wall is 272 / 2 = 136 m away.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Speed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fastest through which of these?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steel rail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vacuum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Speed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fastest through which of these?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steel rail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vacuum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travels fastest in solids, where particles are tightly packed and pass on the vibration quickly. It is slower in water, slower still in air, and impossible in a vacuum.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Speed of Sound &amp; Uses of Echo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Measuring sound and putting echoes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Sound by the Echo 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v = 2d /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Stand a measured distance d from a large reflecting wall (say 80 m).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Clap and start timing; listen for the echo and stop timing.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sound has travelled 2d (to the wall and back) in time 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Speed of sound v = 2d / 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Repeat several times and average to reduce error.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Sound From an Echo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girl stands 170 m from a cliff, claps, and hears the echo after 1.0 s. Find the speed of sound.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Distance travelled by sound = 2 × 170 = 340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distance / time = 340 / 1.0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340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Speed of sound ≈ 340 m/s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USES OF 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Putting Echoes to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Ships send sound pulses and time the echo from the seabed to measure depth and find shoals or wrecks.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Depth sounding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Depth = (v × t) / 2, using the echo's round-trip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Ultrasound scans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High-frequency echoes build images of a baby or internal organs.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Bats &amp; dolphins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They navigate and hunt by echolocation — natural SONAR.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SONAR Finds the Seabed</a:t>
            </a:r>
          </a:p>
        </p:txBody>
      </p:sp>
      <p:pic>
        <p:nvPicPr>
          <p:cNvPr id="6" name="Picture 5" descr="g10so_ec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12064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Depth from the echo's round-trip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Echo-sounding under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ship sends a pulse of sound straight down into the water.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pulse reflects off the seabed and returns as an echo.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time t for the round trip is measured.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Depth = (speed of sound in water × t) / 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Sound wave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longitudinal; needs a medium; fastest in solids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Reflection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obeys the same laws as light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Echo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reflected sound heard ≥ 0.1 s later; wall ≥ 17 m away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Round trip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echo distance covers 2d — always divide by 2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Speed by echo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= 2d / 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SONAR, depth-sounding, ultrasound, echolocation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Speed &amp;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SONAR Depth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SONAR pulse returns from the seabed after 0.4 s. If sound travels at 1500 m/s in water, the sea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600 m deep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300 m deep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1200 m deep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150 m deep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SONAR Depth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SONAR pulse returns from the seabed after 0.4 s. If sound travels at 1500 m/s in water, the sea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600 m deep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300 m deep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1200 m deep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150 m deep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Total path = 1500 × 0.4 = 600 m for the round trip, so the depth is 600 / 2 = 300 m. Always halve the echo distance.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High Frequency?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Ultrasound (not ordinary sound) is used for medical scans and SONAR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be directed in a narrow beam and gives finer detail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louder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audible to humans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High Frequency?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Ultrasound (not ordinary sound) is used for medical scans and SONAR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Travels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Can be directed in a narrow beam and gives finer detail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louder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audible to humans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High-frequency ultrasound has a short wavelength, so it can be sent as a narrow beam and resolve small details — ideal for imaging and precise echo-location.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Hall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Concert halls are lined with soft curtains and carpets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sound travel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Absorb sound and reduce excessive reverberation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 more echoes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pitch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Hall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Concert halls are lined with soft curtains and carpets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sound travel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Absorb sound and reduce excessive reverberation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Create more echoes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pitch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Soft, porous materials absorb sound instead of reflecting it. This cuts down repeated reflections (reverberation) that would otherwise blur the music or speech.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Two Claps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Standing between two parallel cliffs, a climber claps once but hears several echoes. This is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clap was very 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reflects back and forth repeatedly between the cliffs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speeds up between cliffs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Echoes change pitch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Two Claps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Standing between two parallel cliffs, a climber claps once but hears several echoes. This is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clap was very 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Sound reflects back and forth repeatedly between the cliffs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speeds up between cliffs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Echoes change pitch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Each cliff reflects the sound to the other, which reflects it back again. These multiple reflections reach the ear at successive intervals, heard as a series of echoes.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Estimate the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an echo to be heard, the reflecting wall must be at least about 17 m away. This distance comes from requiring the echo to return after at least: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0.01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0.1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Estimate the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an echo to be heard, the reflecting wall must be at least about 17 m away. This distance comes from requiring the echo to return after at least: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0.01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0.1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ear separates two sounds only if they are ≥ 0.1 s apart. In 0.1 s sound covers 34 m round-trip, i.e. a wall 17 m away — the minimum distance for a distinct echo.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Physics of Echoes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shout in a valley to a ship mapping the seabed — every echo is just reflection, timed.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