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the two: series = same current, voltages add; parallel = same voltage, currents add. Parallel total is always less than the smallest resistor.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Series: current common, voltages add up to the supply.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Parallel: voltage common, currents add. The equivalent resistance falls — a frequent point of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pattern: two equal resistors give 2R in series and R/2 in parallel. A handy shortcut to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Tackle mixed networks in stages: reduce the parallel part first, then add the series resistor.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Classic comparison: parallel bulbs are brighter and independent. Tie to why household wiring is parallel.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 = VIt, with the I²Rt and V²t/R forms following from Ohm's law. Joule is the SI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forms of power for different given data. Tie to appliance ratings the students see at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routes to R — via I or directly from V²/P. Good chance to show the equivalence.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kWh is the commercial 'unit'. Convert to joules once so students see the size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Units (kWh) = kW × hours, then multiply by price. A real-life calculation students can do at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Heating H = I²Rt; the I² dependence is key. Useful in heaters, a hazard in overloaded wiring.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the kWh cost calculation and I²Rt heating are exam staples.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10 • ELECTRICITY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Resistor Networks, Energy &amp;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Series &amp; parallel  •  Electrical energy &amp; power  •  The kilowatt-hour  •  Heating effect</a:t>
            </a:r>
          </a:p>
        </p:txBody>
      </p:sp>
      <p:pic>
        <p:nvPicPr>
          <p:cNvPr id="7" name="Picture 6" descr="g10ce_com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Combine resistors in series and in parallel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Calculate the equivalent resistance of a network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electrical energy W = V I 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electrical power P = V I = I²R = V²/R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Convert energy to the commercial unit, the kilowatt-hour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heating effect of an electric current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Combining Resistors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Series and parallel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COMBINATIONS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Series and Parallel</a:t>
            </a:r>
          </a:p>
        </p:txBody>
      </p:sp>
      <p:pic>
        <p:nvPicPr>
          <p:cNvPr id="6" name="Picture 5" descr="g10ce_com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548640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17550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Series adds; parallel reduces the total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Two ways to 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series, resistors are joined end to end; the same current flows through each.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Series resistances simply add: R = R₁ + R₂ + R₃.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parallel, resistors share the same two ends and the same voltage.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For parallel: 1/R = 1/R₁ + 1/R₂ + 1/R₃, giving a smaller total than any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Resistors in Series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In a series circuit the same current flows through every resistor and the total resistance is their sum.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R  =  R₁ + R₂ + R₃ + 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current is the same everywhere in the series.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supply voltage is shared between the resistors.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Adding a resistor in series increases the total resistance.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PARALLEL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Resistors in Parallel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In a parallel circuit every resistor has the same voltage across it, and the currents through them add 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1/R  =  1/R₁ + 1/R₂ + 1/R₃ + 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voltage is the same across each branch.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total current is the sum of the branch currents.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combined resistance is LESS than the smallest resistor.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Series and Parallel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801A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Two 6 Ω resistors are connected (a) in series and (b) in parallel. Find the equivalent resistance in each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(a) Series:  R = 6 + 6 = 12 Ω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(b) Parallel:  1/R = 1/6 + 1/6 = 2/6 = 1/3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 = 3 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Series → 12 Ω;  Parallel → 3 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 Mixed 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801A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Two 6 Ω resistors are joined in parallel, and this combination is in series with a 4 Ω resistor. Find the total resistance.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Parallel pair:  1/Rp = 1/6 + 1/6 = 2/6  →  Rp = 3 Ω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Now in series with 4 Ω:  R = Rp + 4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 = 3 + 4 = 7 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Total resistance = 7 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BULB BRIGHTNESS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Brighter in Series or in Parallel?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Same bulbs, in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They share the supply voltage, so each gets less and all glow dimly.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Same bulbs, in parallel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Each gets the full supply voltage, so each glows at full brightness.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If one fails (series)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single path breaks and all the bulbs go 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If one fails (parallel)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Only that branch goes out; the others keep glowing — why homes use parallel.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Combine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Three 3 Ω resistors are connected in series. Their total resistance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9 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 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Combine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Three 3 Ω resistors are connected in series. Their total resistance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9 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6 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In series, resistances add: 3 + 3 + 3 = 9 Ω. Series always gives a total larger than any single resistor.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Parallel Pair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4 Ω resistors are connected in parallel. The equivalent resistance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8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 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0.5 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Parallel Pair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4 Ω resistors are connected in parallel. The equivalent resistance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8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 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0.5 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For two equal resistors in parallel the result is half: 4 / 2 = 2 Ω. The parallel total is always smaller than either resistor.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Christmas Lights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some old light strings, if one bulb fails the whole string goes dark. The bulbs must be connected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Parallel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mixture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cannot be told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Christmas Lights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some old light strings, if one bulb fails the whole string goes dark. The bulbs must be connected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Parallel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mixture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cannot be told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In series there is only one path, so a single broken bulb breaks the whole circuit. In parallel, each bulb has its own path and the others stay lit.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Brighter Wiring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House lights and sockets are wired in parallel rather than series so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They share one switch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Each appliance gets the full mains voltage and can be switched independently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copper is needed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current is smaller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Brighter Wiring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House lights and sockets are wired in parallel rather than series so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They share one switch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Each appliance gets the full mains voltage and can be switched independently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Less copper is needed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current is smaller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In parallel every appliance receives the same full mains voltage and can be turned on or off without affecting the others — essential for a household.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Reduce the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You have three resistors. To get the SMALLEST possible total resistance you should connect them: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All in series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All in parallel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Two in series, one in parallel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makes no difference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Reduce the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You have three resistors. To get the SMALLEST possible total resistance you should connect them: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All in series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All in parallel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Two in series, one in parallel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makes no difference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Parallel connection always gives an equivalent resistance smaller than the smallest resistor, because the current has several paths. Series would give the largest total.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Electrical Energy &amp;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Paying for electricity and the heating effect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Electrical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Electrical energy is the work done in driving charge around a circuit.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W  =  V I t        (joules)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V is the voltage, I the current, t the time in seconds.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Using V = IR, it can also be written I²Rt or (V²/R) 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SI unit of energy is the joule (J).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Electrical Power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Power is the rate at which electrical energy is used or supplied.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P  =  V I  =  I² R  =  V² / R        (watt)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1 watt = 1 joule per second.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Choose the form that fits the quantities you are given.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power rating of an appliance (e.g. 60 W) tells you its rate of energy use.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Power and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801A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An electric heater is marked 1500 W, 230 V. Find the current it draws and its resistance.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 = V I   →   I = P / V = 1500 / 230 ≈ 6.5 A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 = V / I = 230 / 6.5 ≈ 35 Ω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(or R = V² / P = 230² / 1500 ≈ 35 Ω)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 ≈ 6.5 A,  R ≈ 35 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KWH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Kilowatt-Hour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Electricity is sold not in joules but in kilowatt-hours — the energy used by a 1 kW appliance in 1 hour.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Energy (kWh)  =  power (kW) × time (hours)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1 kWh = 1000 W × 3600 s = 3.6 × 10⁶ J.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the 'unit' on your electricity bill.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Cost = number of units × price per unit.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Cost of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801A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2 kW heater runs for 3 hours each day. At ₹6 per unit (kWh), find the cost for 30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Energy per day = 2 kW × 3 h = 6 kWh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Energy in 30 days = 6 × 30 = 180 kWh (units)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Cost = 180 × ₹6 = ₹1080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Cost for the month = ₹1080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HEATING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Heating Effect of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H = I² R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Why it heats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Moving electrons collide with atoms, giving up energy as heat: H = I²Rt.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Depends on I²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Doubling the current quadruples the heat produced.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Useful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Heaters, electric irons, geysers, toasters and filament lamps.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Unwanted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Overheated wires waste energy and can cause fires — hence fuses.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Series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 = R₁ + R₂ + …; same current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Parallel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1/R = 1/R₁ + 1/R₂ + …; same voltage, smaller total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Energy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 = V I t (joules)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Power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 = V I = I²R = V²/R (watts)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kWh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units = kW × hours; cost = units × price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Heating effect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 = I²R t; useful in heaters, controlled by fuses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Energy &amp;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Energy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100 W bulb is left on for 10 hours. The energy it uses, in units (kWh),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unit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 units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100 units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1000 units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Energy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100 W bulb is left on for 10 hours. The energy it uses, in units (kWh),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 unit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10 units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100 units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1000 units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Energy = power × time = 0.1 kW × 10 h = 1 kWh = 1 unit. Convert the 100 W to 0.1 kW first.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Double the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the current through a heating element is doubled, the heat produced per second becomes: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Doubled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Halved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Four times as great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Unchanged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Double the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the current through a heating element is doubled, the heat produced per second becomes: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Doubled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Halved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Four times as great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Unchanged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Heat per second = I²R. Because it depends on the square of the current, doubling I multiplies the heat by 2² = 4.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Which Heats More?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appliances run on the same mains voltage. The one with the higher power rating draws: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current and has more resistance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current and has less resistance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current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Which Heats More?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appliances run on the same mains voltage. The one with the higher power rating draws: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Less current and has more resistance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More current and has less resistance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same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 current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At fixed voltage, P = V²/R, so higher power means lower resistance; and P = VI means it also draws more current. A 2 kW heater pulls more current than a 60 W bulb.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air-conditioner of 1.5 kW runs 8 hours a day. At ₹5 per unit, the daily cost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₹12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₹60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₹40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₹75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air-conditioner of 1.5 kW runs 8 hours a day. At ₹5 per unit, the daily cost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₹12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₹60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₹40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₹75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Energy = 1.5 kW × 8 h = 12 units. Cost = 12 × ₹5 = ₹60 per day.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Same Bulb, Half Voltage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bulb of fixed resistance is run at half its normal voltage. The power it now uses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Half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One quarter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Double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Same Bulb, Half Voltage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bulb of fixed resistance is run at half its normal voltage. The power it now uses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Half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One quarter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Double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 = V²/R with R fixed, so power depends on the square of the voltage. Half the voltage gives (½)² = ¼ of the power — which is why a dimmed bulb is much dimmer.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Powering Everyday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Series or parallel, joules or units — the same simple formulae run every circuit in your home.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