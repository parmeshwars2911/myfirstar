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a concave lens gives the SAME kind of image (virtual, erect, diminished) wherever the object is — much simpler than the convex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practical 'look through it' test to distinguish the two lenses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numerical mistakes come from signs. Drill: u negative, convex f positive, concave f negative.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formula and that the same equation covers both lens types — only the signs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every sign. The positive v means a real image on the far side. Cross-check with the image table (object between F and 2F → magnified real image beyond 2F).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 two ways (heights and distances). The SIGN of m encodes real/inverted vs virtual/erect.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m = h_i/h_o. For a real image we attach a negative sign (inverted). Magnitude 3 means three times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negative sign to 'real and inverted'. Magnitude 2 means twice as 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f in METRES. Power is just the reciprocal; sign follows the lens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Convert to metres first, keep the negative sign for the concave lens.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Powers in contact add algebraically. Watch the signs — a convex and concave together can partly cancel.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powers algebraically (+5 − 2 = +3 D). The positive result means the combination is still converging.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lens power and type to real corrective lenses: concave for myopia, convex for hypermetropia.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favourite application question. Match the defect to the corrective lens and its sign of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Concave lenses are less common than convex; the peephole and myopia spectacles are the standard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quick, classic ICSE practical. Works because rays from a far object are nearly parallel, so they focus at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formulae and their sign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Lenses — Formula &amp;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Concave-lens images  •  Sign convention  •  Lens formula  •  Magnification &amp; power</a:t>
            </a:r>
          </a:p>
        </p:txBody>
      </p:sp>
      <p:pic>
        <p:nvPicPr>
          <p:cNvPr id="7" name="Picture 6" descr="g10_concav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Locate the image formed by a concave lens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sign convention for lenses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lens formula 1/v − 1/u = 1/f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linear magnification m = v/u = hi/ho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the power of a lens and its unit, the dioptre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to find the focal length of a convex lens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Concave Lens, Sign Convention &amp;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diverging lens and the numbers behind images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CONCAVE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 in a Concave Lens</a:t>
            </a:r>
          </a:p>
        </p:txBody>
      </p:sp>
      <p:pic>
        <p:nvPicPr>
          <p:cNvPr id="6" name="Picture 5" descr="g10l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Concave lens → virtual, erect, diminished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Always virtual &amp; erect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concave lens diverges the refracted rays.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Tracing the rays back, they appear to meet on the same side as the object.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is always virtual, erect and diminished.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true for every position of the object.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CONVEX VS CONCAVE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Telling the Images Apart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is real &amp; inverted for most positions; virtual &amp; erect only within 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en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Image is always virtual, erect and diminished.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On a screen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convex lens can throw a real image on a screen; a concave lens cannot.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Quick 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Look through it at text: convex can magnify; concave always makes things look smaller.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SIGN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New Cartesian Sign Convention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Get the signs right before the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All distances are measured from the optical centre 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Direction of light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distances measured in the direction of the incident light are positive; against it, negative.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Object distance u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is taken negative (object is on the incoming side).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lens f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is positive; a concave lens f is negative.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Heights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above the axis are positive, below the axis negative.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LENS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 thin lens, object distance u, image distance v and focal length f are related by one equation.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1/v  −  1/u  =  1/f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 the sign convention for every quantity.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Works for both convex and concave lenses.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Rearrange to find whichever quantity is unknown.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the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object is placed 30 cm in front of a convex lens of focal length 20 cm. Find the image distance.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Sign convention:  u = −30 cm,  f = +20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− 1/u = 1/f   →   1/v = 1/f + 1/u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= 1/20 + 1/(−30) = 3/60 − 2/60 = 1/60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+60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= +60 cm — a real image 60 cm beyond the lens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Concave &amp;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Moving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slowly moved closer to a concave lens. The image it forms: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virtual and erect, getting slightly larger but always smaller than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at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magnified and inverted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Moving the Object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is slowly moved closer to a concave lens. The image it forms: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real and inverted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Stays virtual and erect, getting slightly larger but always smaller than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at the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magnified and inverted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concave lens gives a virtual, erect, diminished image for every object position. As the object approaches, the image grows a little but never exceeds the object's size or becomes real.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Identify the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has a power of −2.5 D. This lens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convex lens of focal length 40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concave lens of focal length 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convex lens of focal length 25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concave lens of focal length 25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Identify the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has a power of −2.5 D. This lens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convex lens of focal length 40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concave lens of focal length 40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convex lens of focal length 25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concave lens of focal length 25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1/f, so f = 1/P = 1/(−2.5) = −0.4 m = −40 cm. The negative sign means it is a diverging (concave) lens, and its focal length is 40 cm.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correct lens formula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+ 1/u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− 1/u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1/u − 1/v = 1/f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 − u = 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correct lens formula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1/v + 1/u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1/v − 1/u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1/u − 1/v = 1/f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 − u =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thin-lens formula is 1/v − 1/u = 1/f, with all quantities carrying their proper signs.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Virtual &amp; Diminished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anywhere in front of a lens always gives a virtual, erect, diminished image. The lens must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plane glass slab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converging meniscus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Virtual &amp; Diminished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anywhere in front of a lens always gives a virtual, erect, diminished image. The lens must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plane glass slab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converging meniscus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concave (diverging) lens forms a virtual, erect, diminished image for every object position. A convex lens does this only when the object lies within its focal length.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Combined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+4 D convex lens is held in contact with a −1 D concave lens. The power of the combination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+5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+3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−3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+4 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Combined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+4 D convex lens is held in contact with a −1 D concave lens. The power of the combination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+5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+3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−3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+4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Powers in contact add algebraically: P = (+4) + (−1) = +3 D. The combination behaves as a single convex lens of power 3 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Magnification, Power &amp;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Measuring images, lens strength and applications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MAGNIFICATION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Linear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Magnification tells us how many times bigger (or smaller) the image is compared with the object.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  =  height of image / height of object  =  v / 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 greater than 1 → image magnified; less than 1 → diminished.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negative m means a real, inverted image; positive m means a virtual, erect image.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links the image size directly to the distances v and 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Magnification From Heights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4 cm tall object placed before a convex lens forms a real image 12 cm tall. Find the magnification and the image height's meaning.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height of image / height of object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h_i / h_o = 12 / 4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|m| = 3   (image is 3× the object)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real &amp; inverted, so we write m = −3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 = −3 : the image is three times as tall, real and inverted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For the previous lens, u = −30 cm and v = +60 cm. Find the magnification and describe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v / u = (+60) / (−30)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−2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|m| = 2 → image is twice the object's size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negative sign → image is real and inverted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 = −2 : a real, inverted image, magnified 2×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a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power of a lens measures how strongly it converges or diverges light — the shorter the focal length, the greater the power.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 =  1 / f (in metres)        unit: dioptre (D)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 must be in metres; P is in dioptres (D).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convex lens has positive power; a concave lens has negative power.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Example: f = 50 cm = 0.5 m → P = 1/0.5 = +2 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Calculating Power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Find the power of a concave lens of focal length 25 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Sign convention: f = −25 cm = −0.25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 / f = 1 / (−0.25)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−4 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−4 D (negative, because it is a diverging lens)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COMBINING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Power of Lenses in Contact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two thin lenses are placed in contact, their powers simply add — taking each sign into account.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  =  P₁ + P₂        (1/f = 1/f₁ + 1/f₂)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Add the powers with their proper signs (+ for convex, − for concave).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combination acts as a single lens of power P.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how opticians build a lens of any required 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Combining Two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convex lens of power +5 D is placed in contact with a concave lens of power −2 D. Find the power and focal length of the combination.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P₁ + P₂ = (+5) + (−2)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+3 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1 / P = 1 / 3 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0.33 m = 33.3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+3 D, f ≈ +33 cm — the pair acts as one convex lens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Lenses Around Us</a:t>
            </a:r>
          </a:p>
        </p:txBody>
      </p:sp>
      <p:pic>
        <p:nvPicPr>
          <p:cNvPr id="6" name="Picture 5" descr="g10_eye_op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148839"/>
            <a:ext cx="493776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49554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Eyeglasses and camera lenses in daily life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Everyday optics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Spectacles correct short sight (concave) and long sight (convex).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Cameras and the eye use convex lenses to form real images.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Microscopes and telescopes combine lenses to magnify.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Projectors and magnifying glasses enlarge what we see.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EYE DEFECTS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Correcting Vision With Lenses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Short sight (myopia)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over-converges; distant objects focus in front of the retina. Corrected with a concave lens.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Long sight (hypermetropia)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eye under-converges; near objects focus behind the retina. Corrected with a convex lens.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= negative power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Diverges light slightly before it enters the eye.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en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= positive power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Adds converging power to help the eye focus near objects.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CONCAVE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Concave Lenses Are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Spectacles for myopia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concave lens of the right negative power corrects short sight.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Door viewer (peephole)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Gives a wide, erect, diminished view of the area outside the door.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instruments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Used with convex lenses to widen the field of view and reduce defects.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Laser/beam spreading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Spreads a narrow beam out over a larger area.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Focal Length of a Convex Lens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Distant-object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Point the lens at a distant object (a far window or tree).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Move a white screen behind the lens until a sharp image forms.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object is effectively at infinity, so the image forms at 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distance from the lens to the screen.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That distance is the focal length of the convex lens.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Concave lens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always virtual, erect, diminished image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Sign convention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 negative; convex f positive, concave f negative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Lens formula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1/v − 1/u = 1/f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Magnification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 = v/u = hi/ho; sign gives real/virtual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Power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1/f (metres), unit dioptre; sign follows lens type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Focal length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distant-object method: image of far object forms at 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Numbers &amp;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of the power of a lens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Dioptre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Newton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Power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SI unit of the power of a lens is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Watt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Dioptre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Newton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Power P = 1/f with f in metres, so its unit is the dioptre (D). 1 D is the power of a lens of focal length 1 metre.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Power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20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+0.2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−5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+20 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Power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lens has a focal length of 20 cm. Its power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+0.2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+5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−5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+20 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 = 20 cm = 0.2 m, so P = 1/0.2 = +5 D. It is positive because the lens is convex (converging).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produces a magnification of m = −3.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Same size as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 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lens produces a magnification of m = −3.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erect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 and inverted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Same size as object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negative magnification means a real, inverted image; the magnitude 3 means it is three times the object's size.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u = −15 cm gives an image at v = +30 cm. The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+45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−10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+30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Lens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at u = −15 cm gives an image at v = +30 cm. The focal length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+10 cm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+45 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−10 cm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+30 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1/f = 1/v − 1/u = 1/30 − 1/(−15) = 1/30 + 2/30 = 3/30 = 1/10, so f = +10 cm (a convex lens).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Eye Defect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Short sight (myopia) is corrected by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Prism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Eye Defect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Short sight (myopia) is corrected by using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lens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lens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Prism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short-sighted eye over-converges light, so distant objects focus in front of the retina. A concave (diverging) lens of negative power corrects this.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Eyeglasses to Telescopes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Sign convention, the lens formula and power turn lenses from magic into measurable physics.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