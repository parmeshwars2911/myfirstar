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previewing these objectives so students know what they should be able to do by the end of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Establish charge and its unit, then the key idea: current is charge in motion. Note conventional vs electron-flow direction.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Define current as Q/t. Ammeter in series — a key practical point repeated in the experiment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Watch the unit of time — convert minutes to seconds first. A very common slip.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Voltage = energy per unit charge. Voltmeter in parallel (across the component) — contrast with the ammeter.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Free electrons are the difference. Link to everyday wiring: copper core, plastic sheath.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Define R = V/I and the ohm. Physical picture: electrons colliding with lattice atoms.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Ohm's law with the 'constant temperature' condition. The straight-line graph is the visual signature.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standard practical. Reinforce meter placement and that constant slope proves the law.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Straight substitution. Encourage a units check: volts ÷ amps = ohms.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Rapid recap; cold-call the formula and unit for each quantity.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ICSE • CLASS 10 • ELECTRICITY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804672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Calibri"/>
              </a:rPr>
              <a:t>Current &amp; Ohm's Law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Charge &amp; current  •  Potential difference  •  Resistance  •  Ohm's law</a:t>
            </a:r>
          </a:p>
        </p:txBody>
      </p:sp>
      <p:pic>
        <p:nvPicPr>
          <p:cNvPr id="7" name="Picture 6" descr="g10ce_cir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103120"/>
            <a:ext cx="265176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167127"/>
            <a:ext cx="457200" cy="45720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Define electric charge and electric current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46520" y="2167127"/>
            <a:ext cx="457200" cy="45720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Use the relation I = Q / 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3474719"/>
            <a:ext cx="457200" cy="45720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Define potential difference and the volt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46520" y="3474719"/>
            <a:ext cx="457200" cy="45720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Define resistance and the ohm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4400" y="478231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State and apply Ohm's law, V = I 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782312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Describe how Ohm's law is verified experimentally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Charge, Current &amp; Potential Difference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The basic quantities of electricity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CHARGE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Electric Charge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What flows in a wire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Two kinds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positive and negative; like charges repel, unlike charges attract.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Unit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the coulomb (C); the charge on one electron is 1.6 × 10⁻¹⁹ C.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Current is moving charge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an electric current is a flow of charge (electrons in a metal).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Conventional current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taken to flow from + to −, opposite to the actual electron flow.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CURRENT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Electric Current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Electric current is the rate of flow of charge through a conductor.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I  =  Q / t        (1 ampere = 1 coulomb / second)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Q is the charge in coulombs, t the time in seconds.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SI unit of current is the ampere (A).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Measured with an ammeter, connected in series.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Charge and Current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A9396"/>
                </a:solidFill>
                <a:latin typeface="Calibri"/>
              </a:rPr>
              <a:t>Problem.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A current of 0.5 A flows through a lamp for 4 minutes. How much charge passes through it?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08960"/>
            <a:ext cx="10881360" cy="2651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337560"/>
            <a:ext cx="10149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I = Q / t   →   Q = I × t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t = 4 minutes = 240 s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Q = 0.5 × 240 = 120 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074920"/>
            <a:ext cx="10881360" cy="59436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074920"/>
            <a:ext cx="101498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Answer: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Q = 120 C of charge flows through the lamp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POTENTIAL DIFFERENCE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Potential Difference (Voltage)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The potential difference between two points is the work done to move unit charge from one point to the other.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V  =  W / Q        (1 volt = 1 joule / coulomb)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It is the 'push' that drives current around a circuit.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Measured with a voltmeter, connected in parallel.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SI unit is the volt (V).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CONDUCTORS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Conductors and Insulators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Conductors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Have free electrons, so they carry current easily — e.g. copper, silver, aluminium.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Insulators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Have almost no free electrons, so they block current — e.g. rubber, glass, plastic.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Why copper wires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Copper is a very good conductor and is relatively cheap.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Why plastic coating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The insulating coat keeps current in the wire and us safe.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Check Your Understanding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4 questions  •  think before the answer reveals on the next slide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How Much Charge?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current of 2 A flows for half a minute. The charge that passes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 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30 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60 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4 C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How Much Charge?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current of 2 A flows for half a minute. The charge that passes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1 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30 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60 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4 C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Q = I × t = 2 × 30 s = 60 C. The catch is the time: half a minute is 30 seconds, not 0.5.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Meters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To measure the current through a lamp and the voltage across it, you connect: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Ammeter in parallel, voltmeter in series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Both in series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Ammeter in series, voltmeter in parallel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Both in parallel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Meters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To measure the current through a lamp and the voltage across it, you connect: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Ammeter in parallel, voltmeter in series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Both in series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Ammeter in series, voltmeter in parallel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Both in parallel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An ammeter measures the current that flows through, so it goes in series. A voltmeter measures the p.d. across a component, so it goes in parallel with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Which Way?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In a metal wire the electric current is actually carried by electrons moving from − to +. The 'conventional current' is taken to flow: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In the same direction as the electrons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From + to −, opposite to the electrons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In both directions at once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It does not flow at all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Which Way?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In a metal wire the electric current is actually carried by electrons moving from − to +. The 'conventional current' is taken to flow: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In the same direction as the electrons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From + to −, opposite to the electrons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In both directions at once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It does not flow at all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By convention, current direction is the direction positive charge would move — from + to −. This is opposite to the actual electron flow in a metal.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One Volt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Saying the p.d. across a bulb is 1 volt means that: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 ampere flows through 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 joule of energy is given to each coulomb of charge passing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 coulomb flows per second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Its resistance is 1 ohm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One Volt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Saying the p.d. across a bulb is 1 volt means that: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1 ampere flows through 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1 joule of energy is given to each coulomb of charge passing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1 coulomb flows per second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Its resistance is 1 ohm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1 volt = 1 joule per coulomb. The p.d. tells you how much energy each unit of charge delivers as it passes through the bulb.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Resistance &amp; Ohm's Law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How conductors oppose current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RESISTANCE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Electrical Resistance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Resistance is the opposition a conductor offers to the flow of current through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R  =  V / I        (1 ohm = 1 volt / ampere)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larger resistance means less current for the same voltage.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SI unit of resistance is the ohm (Ω).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Resistance arises as electrons collide with the atoms of the conductor.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OHM'S LAW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Ohm's Law</a:t>
            </a:r>
          </a:p>
        </p:txBody>
      </p:sp>
      <p:pic>
        <p:nvPicPr>
          <p:cNvPr id="6" name="Picture 5" descr="g10ce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2495" y="2057400"/>
            <a:ext cx="4206240" cy="3474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62495" y="5586983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V–I graph is a straight line (Ohmic)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V = I 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Ohm's law: the current through a conductor is directly proportional to the p.d. across it, at constant temperature.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So V / I is constant — that constant is the resistance R.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graph of V against I is a straight line through the origin.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Its slope equals the resistance of the conductor.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EXPERIMENT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Verifying Ohm's Law</a:t>
            </a:r>
          </a:p>
        </p:txBody>
      </p:sp>
      <p:pic>
        <p:nvPicPr>
          <p:cNvPr id="6" name="Picture 5" descr="g10ce_cir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48839"/>
            <a:ext cx="5303520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495543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Ammeter in series, voltmeter in parallel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19495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Cell, ammeter, voltmeter, rheostat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19495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Connect the resistor in series with a cell, ammeter and rheostat; a voltmeter across the resistor.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Vary the rheostat to get several pairs of readings of V and I.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Plot V against I — a straight line through the origin confirms Ohm's law.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slope of the line gives the resistance 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Applying Ohm's Law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A9396"/>
                </a:solidFill>
                <a:latin typeface="Calibri"/>
              </a:rPr>
              <a:t>Problem.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A 12 V battery drives a current of 0.4 A through a resistor. Find its resistance.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08960"/>
            <a:ext cx="10881360" cy="2651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337560"/>
            <a:ext cx="10149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Ohm's law:  V = I R   →   R = V / I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R = 12 / 0.4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R = 30 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074920"/>
            <a:ext cx="10881360" cy="59436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074920"/>
            <a:ext cx="101498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Answer: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Resistance R = 30 Ω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WRAP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Quick 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058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Charge &amp; current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I = Q / t; current is the rate of flow of charge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Potential difference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V = W / Q; the volt is a joule per coulomb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Meters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ammeter in series, voltmeter in parallel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Resistance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R = V / I; the ohm opposes current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Ohm's law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V = I R at constant temperature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V–I graph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straight line through the origin; slope = R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Final Check — Resistance &amp; Ohm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5 questions  •  think before the answer reveals on the next slide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Find 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torch bulb carries 0.3 A when connected to a 1.5 V cell. Its resistance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0.2 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4.5 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5 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1.8 Ω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Find 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torch bulb carries 0.3 A when connected to a 1.5 V cell. Its resistance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0.2 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4.5 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5 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1.8 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R = V / I = 1.5 / 0.3 = 5 Ω. Keep the volts on top and amps below.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Double the Voltage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resistor obeys Ohm's law. If the voltage across it is doubled (temperature unchanged), the current through it: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Stays the same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Doubles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Halves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Becomes zero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Double the Voltage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resistor obeys Ohm's law. If the voltage across it is doubled (temperature unchanged), the current through it: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Stays the same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Doubles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Halves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Becomes zero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Since V = IR with R constant, current is proportional to voltage. Doubling V doubles I — the essence of Ohm's law.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Reading a Graph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On a V–I graph for a metal wire, a steeper straight line means the wire has a: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Smaller resistance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Larger resistance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Zero resistance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Variable resistance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Reading a Graph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On a V–I graph for a metal wire, a steeper straight line means the wire has a: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Smaller resistance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Larger resistance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Zero resistance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Variable resistance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slope of a V–I graph equals the resistance. A steeper line means more volts are needed per amp — a larger resistance.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Not Ohmic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Which of these would NOT give a straight line through the origin on a V–I graph?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length of constant-temperature copper wire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filament lamp that heats up as current rises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fixed metal resistor at constant temperature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standard resistance coil kept cool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Not Ohmic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Which of these would NOT give a straight line through the origin on a V–I graph?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 length of constant-temperature copper wire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A filament lamp that heats up as current rises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 fixed metal resistor at constant temperature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 standard resistance coil kept cool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As the filament heats, its resistance rises, so the V–I graph curves rather than staying straight. Ohm's law holds only at constant temperature.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Same Charge, Less Time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Two wires carry the same charge. Wire X takes 10 s and wire Y takes 20 s. Compared with Y, the current in X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Half as large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same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Twice as large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Four times as large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Same Charge, Less Time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Two wires carry the same charge. Wire X takes 10 s and wire Y takes 20 s. Compared with Y, the current in X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Half as large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same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Twice as large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Four times as large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I = Q / t. For the same charge, half the time means double the current. X (10 s) carries twice the current of Y (20 s).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Current, Voltage, Resistance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Three quantities, one law: V = I R ties the whole of circuit physics together.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