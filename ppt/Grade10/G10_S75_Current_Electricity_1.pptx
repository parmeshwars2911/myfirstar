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charge and its unit, then the key idea: current is charge in motion. Note conventional vs electron-flow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current as Q/t. Ammeter in series — a key practical point repeated in the experiment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unit of time — convert minutes to seconds first. A very common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the slow electron drift versus the near-instant onset of current. Reinforce the two 'directions'.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Voltage = energy per unit charge. Voltmeter in parallel (across the component) — contrast with the ammeter.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over each symbol. Students must read and draw these fluently for the circuit questions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electrons are the difference. Link to everyday wiring: copper core, plastic sheath.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 = V/I and the ohm. Physical picture: electrons colliding with lattice atoms.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Ohm's law with the 'constant temperature' condition. The straight-line graph is the visual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standard practical. Reinforce meter placement and that constant slope proves the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Straight substitution. Encourage a units check: volts ÷ amps = ohms.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Ohm's law is not universal. Filament lamps, diodes, thermistors and LDRs are common non-ohmic examples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the formula and unit for each quantity.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Current &amp; Ohm's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Charge &amp; current  •  Potential difference  •  Resistance  •  Ohm's law</a:t>
            </a:r>
          </a:p>
        </p:txBody>
      </p:sp>
      <p:pic>
        <p:nvPicPr>
          <p:cNvPr id="7" name="Picture 6" descr="g10ce_ci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electric charge and electric current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relation I = Q / 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potential difference and the volt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resistance and the ohm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and apply Ohm's law, V = I 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Ohm's law is verified experimentally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Charge, Current &amp; Potential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basic quantities of electricity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 Charge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What flows in a 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Two kinds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positive and negative; like charges repel, unlike charges attract.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coulomb (C); the charge on one electron is 1.6 × 10⁻¹⁹ C.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Current is moving charge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electric current is a flow of charge (electrons in a metal).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Conventional current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taken to flow from + to −, opposite to the actual electron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Electric current is the rate of flow of charge through a conductor.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I  =  Q / t        (1 ampere = 1 coulomb / second)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Q is the charge in coulombs, t the time in seconds.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current is the ampere (A).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Measured with an ammeter, connected in series.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Charge and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current of 0.5 A flows through a lamp for 4 minutes. How much charge passes through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I = Q / t   →   Q = I × 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 = 4 minutes = 240 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0.5 × 240 = 120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 = 120 C of charge flows through the lamp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ELECTRON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Current Flows in a Metal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Drift of free 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electrons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metal has countless loosely-held electrons that move about randomly.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 cell's push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Connecting a cell sets up a p.d. that makes the electrons drift slowly in one direction.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Slow drift, fast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drift is slow, but the effect (the current) is felt almost instantly all along the wire.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Direction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Electrons drift from − to +; conventional current is taken from + to −.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POTENTIAL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Potential Difference (Voltage)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potential difference between two points is the work done to move unit charge from one point to the 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 =  W / Q        (1 volt = 1 joule / coulomb)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the 'push' that drives current around a circuit.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Measured with a voltmeter, connected in parallel.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is the volt (V).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CIRCUIT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Reading a Circuit Diagram</a:t>
            </a:r>
          </a:p>
        </p:txBody>
      </p:sp>
      <p:pic>
        <p:nvPicPr>
          <p:cNvPr id="6" name="Picture 5" descr="g10ce_sy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2057400"/>
            <a:ext cx="47548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58698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Cell, battery, bulb, switch, resistor, 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standard symbols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Circuits are drawn with standard symbols, not pictures.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cell is a long thin line (+) and a short thick line (−); several cells make a battery.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ammeter (A) goes in series; a voltmeter (V) goes in parallel across a component.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rheostat is a variable resistor used to change the current.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CONDUCTORS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Conductors and Insulators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Conductors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Have free electrons, so they carry current easily — e.g. copper, silver, aluminium.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Insulators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Have almost no free electrons, so they block current — e.g. rubber, glass, plastic.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copper wires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Copper is a very good conductor and is relatively cheap.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plastic coating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insulating coat keeps current in the wire and us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How Much Charge?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 of 2 A flows for half a minute. The charge that passes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How Much Charge?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 of 2 A flows for half a minute. The charge that passes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30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60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Q = I × t = 2 × 30 s = 60 C. The catch is the time: half a minute is 30 seconds, not 0.5.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measure the current through a lamp and the voltage across it, you connect: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Ammeter in parallel, voltmeter in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in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Ammeter in series, voltmeter in 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in parallel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measure the current through a lamp and the voltage across it, you connect: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Ammeter in parallel, voltmeter in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in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Ammeter in series, voltmeter in 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in parallel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ammeter measures the current that flows through, so it goes in series. A voltmeter measures the p.d. across a component, so it goes in parallel with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Way?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metal wire the electric current is actually carried by electrons moving from − to +. The 'conventional current' is taken to flow: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the same direction as the electrons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From + to −, opposite to the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both directions at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does not flow at 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Way?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metal wire the electric current is actually carried by electrons moving from − to +. The 'conventional current' is taken to flow: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the same direction as the electrons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From + to −, opposite to the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both directions at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does not flow at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convention, current direction is the direction positive charge would move — from + to −. This is opposite to the actual electron flow in a metal.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One Volt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Saying the p.d. across a bulb is 1 volt means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ampere flows through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joule of energy is given to each coulomb of charge passing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coulomb flows per 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resistance is 1 ohm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One Volt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Saying the p.d. across a bulb is 1 volt means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ampere flows through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 joule of energy is given to each coulomb of charge passing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coulomb flows per 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resistance is 1 ohm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1 volt = 1 joule per coulomb. The p.d. tells you how much energy each unit of charge delivers as it passes through the bulb.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Energy Delivered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charge of 20 C flows through a bulb across which the p.d. is 6 V. The energy delivered to the bulb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3.3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26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0.3 J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Energy Delivered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charge of 20 C flows through a bulb across which the p.d. is 6 V. The energy delivered to the bulb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3.3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26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120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0.3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From V = W/Q, the energy is W = V × Q = 6 × 20 = 120 J. Each coulomb gives 6 J, and 20 coulombs pass through.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Resistance &amp; Ohm's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conductors oppose current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Electrical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Resistance is the opposition a conductor offers to the flow of current through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  =  V / I        (1 ohm = 1 volt / ampere)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larger resistance means less current for the same voltage.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resistance is the ohm (Ω).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Resistance arises as electrons collide with the atoms of the conductor.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OHM'S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Ohm's Law</a:t>
            </a:r>
          </a:p>
        </p:txBody>
      </p:sp>
      <p:pic>
        <p:nvPicPr>
          <p:cNvPr id="6" name="Picture 5" descr="g10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2057400"/>
            <a:ext cx="42062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62495" y="5586983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V–I graph is a straight line (Ohmic)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V = I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Ohm's law: the current through a conductor is directly proportional to the p.d. across it, at constant temperature.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V / I is constant — that constant is the resistance 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graph of V against I is a straight line through the origin.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Its slope equals the resistance of the conductor.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Verifying Ohm's Law</a:t>
            </a:r>
          </a:p>
        </p:txBody>
      </p:sp>
      <p:pic>
        <p:nvPicPr>
          <p:cNvPr id="6" name="Picture 5" descr="g10ce_ci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Ammeter in series, voltmeter in 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Cell, ammeter, voltmeter, rheostat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Connect the resistor in series with a cell, ammeter and rheostat; a voltmeter across the resistor.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Vary the rheostat to get several pairs of readings of V and I.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Plot V against I — a straight line through the origin confirms Ohm's law.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slope of the line gives the resistance 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Applying Ohm's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12 V battery drives a current of 0.4 A through a resistor. Find its resistance.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Ohm's law:  V = I R   →   R = V / I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12 / 0.4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30 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Resistance R = 30 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BEYOND OHM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When Ohm's Law Does Not 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Ohm's law applies only while temperature (and other physical conditions) stay constant.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Filament lamp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heats up as current rises, so its resistance climbs and the V–I graph curves.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Diode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Conducts well one way and barely the other — a strongly non-ohmic device.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Thermistor / LDR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Resistance changes with temperature or light, so these too are non-ohmic.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Charge &amp; current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 = Q / t; current is the rate of flow of charge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Potential difference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= W / Q; the volt is a joule per coulomb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Meters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ammeter in series, voltmeter in parallel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Resistance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= V / I; the ohm opposes current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Ohm's law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= I R at constant temperature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V–I graph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straight line through the origin; slope = 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Resistance &amp; Ohm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Find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torch bulb carries 0.3 A when connected to a 1.5 V cell. Its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4.5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1.8 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Find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torch bulb carries 0.3 A when connected to a 1.5 V cell. Its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0.2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4.5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1.8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 = V / I = 1.5 / 0.3 = 5 Ω. Keep the volts on top and amps below.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Double the Voltage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resistor obeys Ohm's law. If the voltage across it is doubled (temperature unchanged), the current through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Becomes zero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Double the Voltage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resistor obeys Ohm's law. If the voltage across it is doubled (temperature unchanged), the current through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Doubles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Becomes 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Since V = IR with R constant, current is proportional to voltage. Doubling V doubles I — the essence of Ohm's law.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Reading a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V–I graph for a metal wire, a steeper straight line means the wire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Smaller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Variable resistance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Reading a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V–I graph for a metal wire, a steeper straight line means the wire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Smaller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Larger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Variable resistance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slope of a V–I graph equals the resistance. A steeper line means more volts are needed per amp — a larger resistance.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Not Ohmic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would NOT give a straight line through the origin on a V–I graph?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length of constant-temperature copper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filament lamp that heats up as current 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fixed metal resistor at constant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standard resistance coil kept cool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Not Ohmic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would NOT give a straight line through the origin on a V–I graph?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length of constant-temperature copper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filament lamp that heats up as current 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fixed metal resistor at constant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standard resistance coil kept cool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 the filament heats, its resistance rises, so the V–I graph curves rather than staying straight. Ohm's law holds only at constant temperature.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Charge, Less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wires carry the same charge. Wire X takes 10 s and wire Y takes 20 s. Compared with Y, the current in X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 as 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Twice as large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Four times as large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Charge, Less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wires carry the same charge. Wire X takes 10 s and wire Y takes 20 s. Compared with Y, the current in X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Half as 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Twice as large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Four times as large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 = Q / t. For the same charge, half the time means double the current. X (10 s) carries twice the current of Y (20 s).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Current, Voltage,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Three quantities, one law: V = I R ties the whole of circuit physics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