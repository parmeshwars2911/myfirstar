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charge and its unit, then the key idea: current is charge in motion. Note conventional vs electron-flow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current as Q/t. Ammeter in series — a key practical point repeated in the experiment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unit of time — convert minutes to seconds first. A very common slip.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= energy per unit charge. Voltmeter in parallel (across the component) — contrast with the ammeter.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electrons are the difference. Link to everyday wiring: copper core, plastic sheath.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 = V/I and the ohm. Physical picture: electrons colliding with lattice atoms.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Ohm's law with the 'constant temperature' condition. The straight-line graph is the visual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practical. Reinforce meter placement and that constant slope proves the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substitution. Encourage a units check: volts ÷ amps = ohms.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formula and unit for each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Current &amp; Ohm's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Charge &amp; current  •  Potential difference  •  Resistance  •  Ohm's law</a:t>
            </a:r>
          </a:p>
        </p:txBody>
      </p:sp>
      <p:pic>
        <p:nvPicPr>
          <p:cNvPr id="7" name="Picture 6" descr="g10_curren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electric charge and electric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relation I = Q / 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potential difference and the volt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resistance and the ohm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Ohm's law, V = I 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Ohm's law is verified experimentally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Charge, Current &amp; Potential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basic quantities of electricity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 Charge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What flows in a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kinds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positive and negative; like charges repel, unlike charges attract.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coulomb (C); the charge on one electron is 1.6 × 10⁻¹⁹ 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Current is moving charge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electric current is a flow of charge (electrons in a metal).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Conventional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taken to flow from + to −, opposite to the actual electron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 current is the rate of flow of charge through a conductor.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I  =  Q / t        (1 ampere = 1 coulomb / second)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Q is the charge in coulombs, t the time in seconds.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current is the ampere (A).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with an ammeter, connected in series.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Charge and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current of 0.5 A flows through a lamp for 4 minutes. How much charge passes through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I = Q / t   →   Q = I × 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 = 4 minutes = 240 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0.5 × 240 = 120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120 C of charge flows through the lamp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POTENTIAL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Potential Difference (Voltage)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potential difference between two points is the work done to move unit charge from one point to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 =  W / Q        (1 volt = 1 joule / coulomb)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'push' that drives current around a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with a voltmeter, connected in parallel.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is the volt (V).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Conductors and Insulators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Conductors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Have free electrons, so they carry current easily — e.g. copper, silver, aluminium.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Insulators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Have almost no free electrons, so they block current — e.g. rubber, glass, plastic.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copper wires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Copper is a very good conductor and is relatively cheap.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plastic coating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insulating coat keeps current in the wire and us safe.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Charge?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2 A flows for half a minute. The charge that passes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 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Charge?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2 A flows for half a minute. The charge that passes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60 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Q = I × t = 2 × 30 s = 60 C. The catch is the time: half a minute is 30 seconds, not 0.5.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through a lamp and the voltage across it, you connect: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Ammeter in parallel, voltmeter in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in 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through a lamp and the voltage across it, you connect: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Ammeter in parallel, voltmeter in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in parallel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ammeter measures the current that flows through, so it goes in series. A voltmeter measures the p.d. across a component, so it goes in parallel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metal wire the electric current is actually carried by electrons moving from − to +. The 'conventional current' is taken to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the same direction as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From + to −,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both directions at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flow at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metal wire the electric current is actually carried by electrons moving from − to +. The 'conventional current' is taken to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the same direction as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From + to −,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both directions at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does not flow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convention, current direction is the direction positive charge would move — from + to −. This is opposite to the actual electron flow in a metal.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Volt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Saying the p.d. across a bulb is 1 volt means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ampere flows through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joule of energy is given to each coulomb of charge 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coulomb flows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resistance is 1 ohm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Volt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Saying the p.d. across a bulb is 1 volt means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ampere flows through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joule of energy is given to each coulomb of charge 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coulomb flows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resistance is 1 ohm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 volt = 1 joule per coulomb. The p.d. tells you how much energy each unit of charge delivers as it passes through the bulb.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Resistance &amp; Ohm's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conductors oppose current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Resistance is the opposition a conductor offers to the flow of current through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V / I        (1 ohm = 1 volt / ampere)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larger resistance means less current for the same voltage.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resistance is the ohm (Ω).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Resistance arises as electrons collide with the atoms of the conductor.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  <p:pic>
        <p:nvPicPr>
          <p:cNvPr id="6" name="Picture 5" descr="g10c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2057400"/>
            <a:ext cx="42062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586983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V–I graph is a straight line (Ohmic)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V = I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Ohm's law: the current through a conductor is directly proportional to the p.d. across it, at constant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V / I is constant — that constant is the resistance 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graph of V against I is a straight line through the origin.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slope equals the resistance of the conductor.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Verifying Ohm's Law</a:t>
            </a:r>
          </a:p>
        </p:txBody>
      </p:sp>
      <p:pic>
        <p:nvPicPr>
          <p:cNvPr id="6" name="Picture 5" descr="g10ce_ci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Cell, ammeter, voltmeter, rheostat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Connect the resistor in series with a cell, ammeter and rheostat; a voltmeter across the resistor.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Vary the rheostat to get several pairs of readings of V and 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Plot V against I — a straight line through the origin confirms Ohm's law.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slope of the line gives the resistance 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12 V battery drives a current of 0.4 A through a resistor. Find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Ohm's law:  V = I R   →   R = V / I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12 / 0.4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30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R = 30 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Charge &amp; current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 = Q / t; current is the rate of flow of charge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Potential difference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W / Q; the volt is a joule per coulomb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Meters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ammeter in series, voltmeter in parallel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V / I; the ohm opposes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Ohm's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I R at constant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V–I graph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straight line through the origin; slope = 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Resistance &amp; Ohm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carries 0.3 A when connected to a 1.5 V cell. Its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4.5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1.8 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carries 0.3 A when connected to a 1.5 V cell. Its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4.5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1.8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V / I = 1.5 / 0.3 = 5 Ω. Keep the volts on top and amps below.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resistor obeys Ohm's law. If the voltage across it is doubled (temperature unchanged), the current through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zero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resistor obeys Ohm's law. If the voltage across it is doubled (temperature unchanged), the current through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V = IR with R constant, current is proportional to voltage. Doubling V doubles I — the essence of Ohm's law.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Reading a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V–I graph for a metal wire, a steeper straight line means the wire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Variable resistance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Reading a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V–I graph for a metal wire, a steeper straight line means the wire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Smaller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Larger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Variable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slope of a V–I graph equals the resistance. A steeper line means more volts are needed per amp — a larger resistance.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Not Ohmic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would NOT give a straight line through the origin on a V–I graph?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length of constant-temperature copper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filament lamp that heats up as current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fixed metal resistor at constant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standard resistance coil kept cool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Not Ohmic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would NOT give a straight line through the origin on a V–I graph?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length of constant-temperature copper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filament lamp that heats up as current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fixed metal resistor at constant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standard resistance coil kept cool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filament heats, its resistance rises, so the V–I graph curves rather than staying straight. Ohm's law holds only at constant temperature.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Charge, Less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 carry the same charge. Wire X takes 10 s and wire Y takes 20 s. Compared with Y, the current in X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as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as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as large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Charge, Less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 carry the same charge. Wire X takes 10 s and wire Y takes 20 s. Compared with Y, the current in X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 as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Twice as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Four times as large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 = Q / t. For the same charge, half the time means double the current. X (10 s) carries twice the current of Y (20 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Current, Voltage,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Three quantities, one law: V = I R ties the whole of circuit physics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