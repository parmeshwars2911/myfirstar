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state variables P, V, T, n. Pressure comes from molecular collisions — leads into the gas laws.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Boyle: at constant T, PV = constant. The P₁V₁ = P₂V₂ form is the workhorse for numericals.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hyperbola: P falls as V rises, PV constant along it. Each temperature has its own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P₁V₁ = P₂V₂. Quartering the volume's... here volume drops to a quarter, so pressure rises four-fold.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Charles: at constant P, V/T = constant, with T in KELVIN. Stress the kelvin requirement — a classic slip.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V–T line extrapolates to −273 °C (0 K), linking Charles's law to the absolute scale of the first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 to kelvin FIRST, then apply V₁/T₁ = V₂/T₂. Using °C here would give a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Avogadro: V ∝ n at constant P, T. N_A = 6.023 × 10²³ /mol — particles per mole.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gases have intermolecular forces. At high T or low P those forces are negligible, so they behave nearly ideally.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Ideal gas = no intermolecular forces; obeys all three laws exactly. A useful idealisation, not a real substance.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laws merge into PV/nT = constant. Each law is a special case holding two quantities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PV/μN_A T = k_B leads to PV = RT with R = N_A k_B. Name the equation of state and the two constants.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k_B (per molecule) and R (per mole) are linked by Avogadro's number: R = N_A k_B.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Multiplying per-molecule k_B by molecules-per-mole N_A gives the per-mole constant R. The powers of ten cancel neatly.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comparison. The key practical point: real ≈ ideal at high T and low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three laws and PV = RT are the key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CLASS 10 • THERMAL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Gas Laws &amp; the Ideal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Boyle's law  •  Charles's law  •  Avogadro's law  •  Real &amp; ideal gases  •  PV = RT</a:t>
            </a:r>
          </a:p>
        </p:txBody>
      </p:sp>
      <p:pic>
        <p:nvPicPr>
          <p:cNvPr id="7" name="Picture 6" descr="g10tp_pis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Boyle's law and read its P–V 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Charles's law and its link to absolute zero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Avogadro's law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a real gas from an ideal gas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Combine the gas laws into the ideal gas equation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the Boltzmann and universal gas constants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Fundamental Gas Laws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pressure, volume and temperature are linked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GAS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Gas Exerts Pressure</a:t>
            </a:r>
          </a:p>
        </p:txBody>
      </p:sp>
      <p:pic>
        <p:nvPicPr>
          <p:cNvPr id="6" name="Picture 5" descr="g10tp_pis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2148839"/>
            <a:ext cx="49377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0975" y="549554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Molecules bouncing off the walls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Collisions make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gas is made of fast-moving molecules with almost no forces between them.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They constantly collide with the walls of the container.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These countless collisions produce the gas pressure.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Pressure (P), volume (V), temperature (T) and amount (n) describe the state of a gas.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BOYLE'S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Boyle's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At constant temperature, the volume of a fixed mass of gas is inversely proportional to its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 × V = constant      (T, mass constant)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Squeeze the gas (volume down) and its pressure rises.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Let it expand (volume up) and its pressure falls.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P₁V₁ = P₂V₂ for the same gas at the same temperature.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BOYLE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Pressure–Volume Graph</a:t>
            </a:r>
          </a:p>
        </p:txBody>
      </p:sp>
      <p:pic>
        <p:nvPicPr>
          <p:cNvPr id="6" name="Picture 5" descr="g10tp_bo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P–V curve at constant temperature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PV =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Plotting pressure against volume gives a smooth curve (a rectangular hyperbola).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As volume increases, pressure decreases.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Every point on the curve has the same product P × V.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different temperature gives a different curve.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Applying Boyle's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gas occupies 2 litres at a pressure of 1 atmosphere. At the same temperature it is compressed to 0.5 litre. Find its new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Boyle's law:  P₁V₁ = P₂V₂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1 × 2 = P₂ × 0.5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P₂ = 2 / 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P₂ = 4 atmospheres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CHARLES'S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Charles's Law (Law of Volume)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At constant pressure, the volume of a fixed mass of gas is directly proportional to its absolute (kelvin)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V / T = constant      (P, mass constant)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Temperature MUST be in kelvin, not °C.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 a gas at constant pressure and it expands.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V₁ / T₁ = V₂ / T₂ for the same gas.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CHARLES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Volume–Temperature Graph</a:t>
            </a:r>
          </a:p>
        </p:txBody>
      </p:sp>
      <p:pic>
        <p:nvPicPr>
          <p:cNvPr id="6" name="Picture 5" descr="g10tp_char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Extrapolating to absolute 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Straight line to −273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Plotting volume against temperature gives a straight line.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Extending the line backwards, it meets the temperature axis at −273 °C.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this point the volume would become zero — absolute zero.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why the kelvin scale starts at −273 °C.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Applying Charles's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gas has a volume of 300 cm³ at 27 °C. At constant pressure it is heated to 127 °C. Find its new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Convert: T₁ = 27 + 273 = 300 K, T₂ = 127 + 273 = 400 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Charles's law:  V₁ / T₁ = V₂ / T₂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300 / 300 = V₂ / 400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V₂ = 400 cm³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New volume = 400 cm³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AVOGADRO'S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Avogadro's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At constant pressure and temperature, the volume of a gas is directly proportional to the number of molecules (amount) of gas.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V / n = constant      (P, T constant)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Equal volumes of gases at the same P and T contain equal numbers of molecules.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Avogadro's number N_A = 6.023 × 10²³ per mole.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the number of particles in one mole of any substance.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Boyle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gas at 1 atm occupies 4 L. At constant temperature it is compressed to 1 L. Its new pressure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0.25 atm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atm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atm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16 atm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Boyle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gas at 1 atm occupies 4 L. At constant temperature it is compressed to 1 L. Its new pressure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0.25 atm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atm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 atm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16 atm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P₁V₁ = P₂V₂, so 1 × 4 = P₂ × 1, giving P₂ = 4 atm. Reducing the volume to a quarter multiplies the pressure four-fold.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Use Kelvin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Before applying Charles's law (V/T = constant), the temperature must always be converted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Degrees Celsius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Degrees Fahrenheit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Kelvin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Calories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Use Kelvin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Before applying Charles's law (V/T = constant), the temperature must always be converted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Degrees Celsius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Degrees Fahrenheit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Kelvin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Calories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Charles's law uses the absolute temperature. Using °C (which can be zero or negative) gives wrong ratios, so temperatures must be in kelvin.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Boyle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constant temperature, the graph of pressure against volume for a fixed mass of gas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straight line through the origin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curve (rectangular hyperbola)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horizontal 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parabola opening upward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Boyle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constant temperature, the graph of pressure against volume for a fixed mass of gas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straight line through the origin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curve (rectangular hyperbola)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horizontal 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parabola opening upward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PV is constant, as V rises P must fall in proportion, tracing a rectangular hyperbola — not a straight 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Avogadro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Equal volumes of oxygen and nitrogen at the same temperature and pressure contain: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masses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numbers of molecules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oxygen molecules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nitrogen molecules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Avogadro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Equal volumes of oxygen and nitrogen at the same temperature and pressure contain: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Equal masses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Equal numbers of molecules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oxygen molecules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nitrogen molecules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Avogadro's law: at the same P and T, equal volumes hold equal numbers of molecules — regardless of the gas or its mass.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Double the Temp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fixed mass of gas at constant pressure has its kelvin temperature doubled. Its volume: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Becomes zero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Double the Temp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fixed mass of gas at constant pressure has its kelvin temperature doubled. Its volume: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Doubles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Becomes 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By Charles's law V ∝ T (in kelvin). Doubling the absolute temperature at constant pressure doubles the volume.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Real, Ideal Gases &amp; PV = 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From the three laws to the equation of state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REAL GASES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Real Gases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o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Gases whose molecules attract one another with a definite intermolecular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All actual gases are real gases.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Behave ideally 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 very high temperature or very low pressure, the forces become negligible.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real gas behaves almost like an ideal gas.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IDEAL GASES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Ideal (Perfect) Gases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o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gas whose molecules do not interact with one another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Also called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perfect gas.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Obeys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Boyle's, Charles's and Avogadro's laws exactly.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No real gas is truly ideal, but many are close at low pressure / high temperature.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COMBINED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Combining the Three Laws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Boyle's, Charles's and Avogadro's laws can be combined into a single relation between P, V, n and 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 V / (n T) = constant      (the combined gas law)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From Boyle: PV = constant (T, n fixed).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From Charles: V/T = constant (P, n fixed).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From Avogadro: V/n = constant (P, T fixed).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IDEAL GAS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Ideal Gas Equation (PV = 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Writing the combined-law constant in terms of fundamental constants gives the equation of state of an ideal gas.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PV = μ N_A k_B T  →  PV = RT      (R = N_A k_B)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k_B = Boltzmann constant = 1.38 × 10⁻²³ J K⁻¹.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 = universal gas constant = 8.31 J mol⁻¹ K⁻¹.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PV = RT is called the equation of state — it describes the state of any ideal gas.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THE CONSTANTS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Boltzmann and Universal Gas Constants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Two key constants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Boltzmann constant k_B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1.38 × 10⁻²³ J K⁻¹ — energy per molecule per kelvin.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Universal gas constant 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8.31 J mol⁻¹ K⁻¹ — the same for all ideal gases.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They are linked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 = N_A × k_B (per mole = per molecule × molecules per mole).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Equation of state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PV = RT relates all the state variables of an ideal gas.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Linking the Constants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Show that the universal gas constant R follows from Avogadro's number and the Boltzmann constant. (N_A = 6.023 × 10²³ mol⁻¹, k_B = 1.38 × 10⁻²³ J K⁻¹)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N_A × k_B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(6.023 × 10²³) × (1.38 × 10⁻²³)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≈ 8.31 J mol⁻¹ K⁻¹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 ≈ 8.31 J mol⁻¹ K⁻¹ — the universal gas constant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REAL VS IDEAL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Real and Ideal Gases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Real: molecules attract; Ideal: no forces between molecules.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Gas laws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Real: obeyed only approximately; Ideal: obeyed exactly.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When alike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real gas acts ideal at high temperature and low pressure.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Existence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Real gases exist; the ideal gas is a useful model.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Boyle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PV = constant at constant T (P₁V₁ = P₂V₂)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Charles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V/T = constant at constant P (T in kelvin)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Avogadro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V/n = constant; N_A = 6.023 × 10²³ /mol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Real gas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has intermolecular forces; ideal at high T, low P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Ideal gas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no forces; obeys all three laws exactly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Equation of state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PV = RT, with R = N_A k_B = 8.31 J mol⁻¹ K⁻¹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Ideal Gases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Ideal Assumption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ideal gas is one in which the molecules: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very large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Exert no force on one another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Never move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all the same colour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Ideal Assumption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ideal gas is one in which the molecules: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very large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Exert no force on one another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Never move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all the same colour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ideal (perfect) gas is defined as one whose molecules do not interact — there are no intermolecular forces, so it obeys the gas laws exactly.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When Ideal?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real gas behaves most like an ideal gas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 temperature and high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 temperature and low pressure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 temperature and low pressure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Its boiling point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When Ideal?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real gas behaves most like an ideal gas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 temperature and high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 temperature and low pressure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 temperature and low pressure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Its boiling 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high temperature and low pressure the molecules are far apart and fast-moving, so their weak attractions barely matter and the gas behaves almost ideally.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Universal Constant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value of the universal gas constant R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1.38 × 10⁻²³ J K⁻¹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6.023 × 10²³ mol⁻¹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8.31 J mol⁻¹ K⁻¹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273 J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Universal Constant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value of the universal gas constant R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1.38 × 10⁻²³ J K⁻¹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6.023 × 10²³ mol⁻¹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8.31 J mol⁻¹ K⁻¹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273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 = 8.31 J mol⁻¹ K⁻¹ and is the same for all ideal gases. 1.38 × 10⁻²³ J K⁻¹ is the Boltzmann constant, and 6.023 × 10²³ is Avogadro's number.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Equation of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equation is the ideal gas equation (equation of state)?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PV = 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 = 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 = hρg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Q = mcΔT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Equation of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equation is the ideal gas equation (equation of state)?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PV = 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 = 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 = hρg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Q = mcΔT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PV = RT relates the pressure, volume and absolute temperature of an ideal gas and is called its equation of state. The others are from electricity, fluids and calorimetry.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Linking Constants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universal gas constant R and the Boltzmann constant k_B are related by Avogadro's number N_A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 = k_B / N_A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 = N_A × k_B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 = N_A + k_B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 = N_A − k_B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Linking Constants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universal gas constant R and the Boltzmann constant k_B are related by Avogadro's number N_A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 = k_B / N_A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 = N_A × k_B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 = N_A + k_B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 = N_A − k_B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k_B is the constant per molecule and R is per mole, so multiplying by the molecules-per-mole N_A converts one to the other: R = N_A k_B ≈ 8.31 J mol⁻¹ K⁻¹.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Behaviour of Gases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Three simple laws combine into one equation, PV = RT — the elegant rule that captures how every ideal gas behaves.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