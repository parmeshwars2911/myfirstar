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natural frequency and free vibration. A pendulum or tuning fork left alone vibrates at its own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categories. Damped = dying away; forced = driven by an external periodic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resonance as a frequency match giving large amplitude. The pendulum demo makes it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 useful (radio, instruments) and dangerous (bridge) resonance. The swing is the most intuitive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loudness (amplitude) and pitch (frequency) strictly separate — a common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20 Hz–20 kHz range, then place infrasonic below and ultrasonic above it, each with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explains why the same note differs between instruments. It comes from the blend of harmonics.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Music = regular/periodic; noise = irregular. Tie back to waveform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the amplitude/frequency/quality distinctions.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Vibrations &amp; Sound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Free, damped &amp; forced vibrations  •  Resonance  •  Loudness, pitch &amp; quality</a:t>
            </a:r>
          </a:p>
        </p:txBody>
      </p:sp>
      <p:pic>
        <p:nvPicPr>
          <p:cNvPr id="7" name="Picture 6" descr="g10_resonan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free, damped and forced vibrations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resonance and give everyday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loudness to amplitude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pitch to frequency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quality (timbre) of a sound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music from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Vibrations &amp; Resonance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objects vibrate and when they 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FREE VIBRATIONS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Natural (Free) Vibrations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Every object has a natural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Natural frequency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 object has its own frequency at which it vibrates when disturbed.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vibration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Vibration at the natural frequency with no outside force, e.g. a struck tuning fork.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Depends on the body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natural frequency depends on the object's size, shape, tension and material.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 a vacuum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Free vibrations would continue unchanged with no air resistance to slow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Free, Damped &amp; Forced Vibrations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the natural frequency, with constant amplitude (ideal, no friction).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Damped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Amplitude steadily dies away as friction/air resistance removes energy.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Forced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outside periodic force drives the object at the force's frequency.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guitar string left to ring is damped; a sewing machine shaking the table is forced.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RESONANCE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Resonance</a:t>
            </a:r>
          </a:p>
        </p:txBody>
      </p:sp>
      <p:pic>
        <p:nvPicPr>
          <p:cNvPr id="6" name="Picture 5" descr="g10so_re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Only the matching pendulum resonates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Matching frequencies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Resonance occurs when the driving frequency equals the object's natural frequency.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object then absorbs energy efficiently and vibrates with a large amplitude.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coupled pendulums, only the one matching the driver's length swings strongly.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Resonance can be useful — or destructive if amplitudes grow too large.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Resonance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Tuning a radio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match the circuit's frequency to the station's to pick out one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Pushing a swing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Pushing in time with the swing's natural rhythm builds a big swing.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Musical instruments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Air columns and strings resonate to amplify particular notes.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Bridges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Marching in step can resonate a bridge dangerously — soldiers break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Identify the Vibration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child on a swing is given a small push exactly once each time the swing returns. The swing's amplitude grows larger and larger. This is an example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Damped vibration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Resonance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 vibration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echo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Identify the Vibration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child on a swing is given a small push exactly once each time the swing returns. The swing's amplitude grows larger and larger. This is an example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Damped vibration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Resonance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 vibration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 echo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pushes are timed to match the swing's natural frequency, so energy is added in step every cycle. The amplitude builds up — the defining feature of resonance.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Dying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plucked guitar string gradually becomes quieter and finally stops. Its vibration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Resonant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Damped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 and unending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Dying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plucked guitar string gradually becomes quieter and finally stops. Its vibration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Forced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Resonant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Damped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 and unending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Friction and air resistance, plus energy passed to the sound, steadily remove energy from the string, so its amplitude decays. That is damping.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Break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Soldiers are ordered to 'break step' when crossing a footbridge to avoid: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Tiring their legs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Driving the bridge at its natural frequency and resonating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Making too much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Slipping on the bridge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Break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Soldiers are ordered to 'break step' when crossing a footbridge to avoid: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Tiring their legs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Driving the bridge at its natural frequency and resonating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Making too much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Slipping on the bridge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If their rhythmic marching happened to match the bridge's natural frequency, resonance could build dangerously large oscillations. Breaking step keeps the force out of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Same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identical tuning forks stand side by side. One is struck, and soon the other begins to hum. This happens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touching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Have the same natural frequency, so the second resonates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made of magnets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Share the same air pressure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Same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identical tuning forks stand side by side. One is struck, and soon the other begins to hum. This happens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touching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Have the same natural frequency, so the second resonates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made of magnets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Share the same air 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from the struck fork drives the second at exactly its natural frequency, so it resonates and starts to vibrate audibly — sympathetic resonance.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Mismatched Fork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second tuning fork had a small lump of wax added to one prong, striking the first fork would now make the second: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Resonate even more strongly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Barely respond, because their frequencies no longer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 the wax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to a higher pitch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Mismatched Fork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second tuning fork had a small lump of wax added to one prong, striking the first fork would now make the second: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Resonate even more strongly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Barely respond, because their frequencies no longer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 the wax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 to a higher pitch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wax changes the second fork's natural frequency, so the driving sound is no longer in tune with it. Without a frequency match there is no resonance, and it stays almost silent.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Characteristics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Loudness, pitch and quality — and music vs noise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LOUDNESS &amp;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Loudness and Pitch</a:t>
            </a:r>
          </a:p>
        </p:txBody>
      </p:sp>
      <p:pic>
        <p:nvPicPr>
          <p:cNvPr id="6" name="Picture 5" descr="g10so_ch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331720"/>
            <a:ext cx="54864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312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Amplitude → loudness; frequency → pitch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Amplitude vs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depends on the amplitude of the wave — bigger amplitude, louder sound.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Pitch depends on the frequency — higher frequency, higher pitch.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drum gives a loud, low-pitched sound; a whistle a high-pitched one.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and pitch are independent: a sound can be loud and low, or soft and high.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AUDIBLE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We Can — and Cannot — Hear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20 Hz – 20,000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Audible range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Humans hear roughly 20 Hz to 20,000 Hz.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Infrasonic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Below 20 Hz — too low to hear; produced by earthquakes and large machines. Elephants use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Ultrasonic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Above 20,000 Hz — too high to hear; used in SONAR, scans and cleaning. Bats and dogs hear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With age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upper limit of hearing falls as we grow older.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Quality (Timbre)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instruments differ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piano and a violin playing the same note still sound different.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Quality / timbre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This difference is the quality, set by the mixture of overtones in the sound.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pitch, same loudness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Quality is what remains different even when pitch and loudness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Recognising voices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recognise people by the quality of their voices.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MUSIC VS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Music and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pleasant sound from regular, periodic vibrations.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unpleasant sound from irregular, non-periodic vibrations.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Regularity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Music has a steady, repeating waveform; noise is jumbled.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It can vary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Very loud 'music' can become noise; context matters too.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vibration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 the natural frequency, no outside force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Damped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amplitude dies away as energy is lost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Forced &amp; resonance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driven externally; resonance when frequencies match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Loudness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depends on amplitude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Pitch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depends on frequency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Quality &amp; music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timbre from overtones; music is regular, noise irregular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Turn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Turning up the volume on a speaker, without changing the song, increases the sound's: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 (loudness)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Turn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Turning up the volume on a speaker, without changing the song, increases the sound's: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 (loudness)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Volume controls how much the speaker cone moves — the amplitude. Greater amplitude means a louder sound, while the pitch (frequency) of the notes is unchanged.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Same Note, Different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flute and a violin play the exactly same note equally loudly, yet sound different.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Same Note, Different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flute and a violin play the exactly same note equally loudly, yet sound different.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Same note means same pitch; equally loud means same amplitude. The remaining difference is the quality, set by each instrument's particular mix of overtones.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Higher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make a guitar string play a higher-pitched note you should: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Pluck it harder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Tighten the string (increase its frequency)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a thicker 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the string longer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Higher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make a guitar string play a higher-pitched note you should: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Pluck it harder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Tighten the string (increase its frequency)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Use a thicker 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the string longer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Pitch depends on frequency. Tightening (or shortening, or thinning) a string raises its frequency and so its pitch. Plucking harder only changes loudness.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Music or Noise?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Physically, the main difference between a musical note and noise is that a musical note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Louder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Regular, periodic waveform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pitch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Faster speed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Music or Noise?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Physically, the main difference between a musical note and noise is that a musical note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Louder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Regular, periodic waveform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Higher pitch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Faster 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Music comes from regular, repeating vibrations that the ear finds pleasant; noise comes from irregular, non-periodic vibrations. Loudness and pitch are not the deciding factor.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Bat in the Dark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bat flying in total darkness avoids obstacles by emitting high-pitched sound and listening for echoes. The property it relies on is that 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faster in the dark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Reflects off surfaces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Needs no medium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Bat in the Dark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bat flying in total darkness avoids obstacles by emitting high-pitched sound and listening for echoes. The property it relies on is that 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Travels faster in the dark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Reflects off surfaces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Needs no 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Echolocation uses the reflection of sound. The bat times the echoes of its calls to judge how far away objects are — natural SONAR.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Music in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Amplitude, frequency and timbre turn simple vibrations into every sound you have ever heard.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