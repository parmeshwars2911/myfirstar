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each part and why copper is chosen. The insulation matters for accurate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principle: heat lost = heat gained. Set the two mcΔT expressions equal and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both are water, c cancels. Set heat lost = heat gained and solve for T. Check: 44°C lies between 20 and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'find c by mixtures' problem: equate heat lost by the metal to heat gained by the water and solve for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error is heat loss to surroundings. Lagging, stirring, and allowing for the calorimeter improve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these follow from water needing lots of heat to change temperature. Coolant and climate are the favourites.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high (water) and low (sand, metals) heat capacity with everyday effects like sea breezes and beach 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phase change. The key surprise: temperature is constant during melting; heat goes into breaking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first plateau of the curve. Stress the flat part: added heat melts the ice without warming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Water's expansion on freezing is unusual and vital — floating ice protects aquatic life. Also why pipes burst in winter.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method of mixtures and the melting plateau are the key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Calorimetry &amp; Melting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calorimeter  •  Method of mixtures  •  Change of phase  •  Melting &amp; fusion</a:t>
            </a:r>
          </a:p>
        </p:txBody>
      </p:sp>
      <p:pic>
        <p:nvPicPr>
          <p:cNvPr id="7" name="Picture 6" descr="g10_ic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calorimeter and its 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principle of the method of mixtures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Solve mixing problems using heat lost = heat gained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consequences of water's high specific heat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change of phase from solid to liquid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anomalous expansion of water on freezing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Measuring Heat: Method of Mixtures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Using a calorimeter to find specific heat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CALORIMETER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Calorimeter</a:t>
            </a:r>
          </a:p>
        </p:txBody>
      </p:sp>
      <p:pic>
        <p:nvPicPr>
          <p:cNvPr id="6" name="Picture 5" descr="g10cal_c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2057400"/>
            <a:ext cx="42062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586983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Lagging cuts heat loss to the surroundings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Copper vessel, stirrer, thermometer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calorimeter is a copper vessel used to measure quantities of heat.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Copper is used because of its low specific heat capacity and good conduction.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has a stirrer to share heat evenly and a thermometer to read the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insulating jacket reduces heat loss to the surroundings.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METHOD OF MIXTURES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the Method of Mixtures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hot body is mixed with a cold one and no heat escapes, the heat lost by the hot body equals the heat gained by the cold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Heat lost by hot body  =  Heat gained by cold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just the conservation of energy applied to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side is calculated as Q = m c ΔT.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lets us find an unknown specific heat or final temperature.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Method of Mixtures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0.2 kg of water at 80°C is mixed with 0.3 kg of water at 20°C. Find the final temperature. (c cancels)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Heat lost by hot water = Heat gained by cold water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0.2 × c × (80 − T) = 0.3 × c × (T − 20)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0.2(80 − T) = 0.3(T − 20)  →  16 − 0.2T = 0.3T − 6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22 = 0.5T  →  T = 44°C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Final temperature = 44°C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Heat by Mixtures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0.2 kg of a hot metal at 100°C is dropped into 0.3 kg of water at 20°C. The mixture settles at 25°C. Find the metal's specific heat capacity. (c_water = 4200 J/kg°C; ignore the calorimeter)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Heat gained by water = 0.3 × 4200 × (25 − 20) = 6300 J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Heat lost by metal = 0.2 × c × (100 − 25) = 15 c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Heat lost = heat gained:  15 c = 6300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 = 6300 / 15 = 420 J/kg°C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Specific heat capacity of the metal = 420 J/kg°C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PRECAUTIONS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Getting an Accurate Result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Sources of error and their cure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Lag the calorimeter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Insulation reduces heat lost to the surroundings.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Stir gently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 the temperature is uniform before each reading.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Allow for the calorimeter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Include its water equivalent in the heat-gained side.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Small temperature gap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Keeping it close to room temperature limits heat exchange with the 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WATER'S HIGH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Consequences of Water's High Specific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Coolant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carries away a lot of heat, so it cools car engines and machinery.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Mild coastal climate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sea warms and cools slowly, moderating nearby weather.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Hot-water bottles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stores a lot of heat and releases it slowly to keep us warm.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Body 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water in our bodies helps keep our temperature steady.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High and Low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Water —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Stores lots of heat; used in hot-water bottles and cooling systems.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Sand — lower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Heats up and cools down quickly — beaches are hot by day, cold at night.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Land vs sea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Land (lower capacity) heats faster than the sea, driving sea breezes.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Metals — 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metal pan heats almost at once; the water in it takes much longer.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Copper?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calorimeter is made of copper mainly because copper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low specific heat capacity and conducts heat well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shiny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high melting point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Copper?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calorimeter is made of copper mainly because copper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low specific heat capacity and conducts heat well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shiny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high melting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low specific heat capacity means the calorimeter itself absorbs little heat, and good conduction lets it quickly share the temperature — both improve the accuracy of measurements.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hot metal is dropped into cold water in an ideal (perfectly insulated) calorimeter: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water loses heat to the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lost by the metal equals heat gained by the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gain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heat moves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hot metal is dropped into cold water in an ideal (perfectly insulated) calorimeter: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water loses heat to the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 lost by the metal equals heat gained by the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gain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heat moves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no heat escaping, energy is conserved: every joule the hot metal loses is gained by the cooler water until both reach the same temperature.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Final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at 30°C and 50°C are mixed. The final temperature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80°C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Final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at 30°C and 50°C are mixed. The final temperature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80°C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equal masses of the same liquid, the final temperature is simply the average: (30 + 50)/2 = 40°C. Heat lost by the hotter equals heat gained by the cooler.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Engine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is used as a coolant in car engines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 very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absorb a large amount of heat for a small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metal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 quickly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Engine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is used as a coolant in car engines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 very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Can absorb a large amount of heat for a small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metal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 quickly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Water's high specific heat capacity lets it carry away a great deal of engine heat while warming only modestly, making it an excellent coolant.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 Breeze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the day a cool breeze blows from the sea to the land because the land: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higher specific heat capacity than the 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 faster than the sea, so warm air rises over it and cool sea air flows 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colder than the sea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more sunlight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 Breeze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the day a cool breeze blows from the sea to the land because the land: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a higher specific heat capacity than the 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Heats up faster than the sea, so warm air rises over it and cool sea air flows 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colder than the sea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Reflects more sunlight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Land has a lower heat capacity, so it warms quickly in the Sun. The hot air above it rises, and cooler air from over the slower-warming sea flows in to replace it — the sea breeze.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Change of Phase: Melting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Solid to liquid, and water's odd behaviour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CHANGE OF PHASE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Solid, Liquid, 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Heating can change the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Change of phase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Matter can change between solid, liquid and gas states when heated or cooled.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Solid → liquid, at the melting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Constant temperature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During melting the temperature stays the same even as heat is added.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Where the heat goes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heat breaks the bonds holding the solid together — latent heat.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HEATING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Heating Curve of Ice</a:t>
            </a:r>
          </a:p>
        </p:txBody>
      </p:sp>
      <p:pic>
        <p:nvPicPr>
          <p:cNvPr id="6" name="Picture 5" descr="g10cal_curv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Temperature is constant while ice melts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flat step at the melting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 ice and its temperature rises until it reaches 0°C.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0°C the temperature stays constant while the ice melts — a flat plateau.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the heat supplied then goes to melting, not to raising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Once melted, the water's temperature rises again.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ANOMALOUS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Water Expands When It Freezes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anomalous expansion of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Most substances shrink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Almost all liquids contract when they solidify.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is different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Water expands as it freezes, so ice is less dense than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Ice floats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Because ice is less dense, it floats on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Life under ice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floating ice layer insulates the water below, letting fish survive a frozen winter.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Calorimeter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copper vessel + stirrer + thermometer + lagging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Method of mixtures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lost by hot = heat gained by cold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Water's high 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coolant, mild climates, steady body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solid → liquid at constant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curve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flat plateau while ice melts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Anomalous water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expands on freezing, so ice floats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Mixing &amp; Melting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Where Did Heat Go?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ice is melting at 0°C, heat is still being supplied, yet the thermometer reading does not change. The heat is being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 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Break the bonds and change ice to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 the surroundings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new 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Where Did Heat Go?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ice is melting at 0°C, heat is still being supplied, yet the thermometer reading does not change. The heat is being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 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Break the bonds and change ice to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 the surroundings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new 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During melting the supplied heat (latent heat) goes into separating the molecules of the solid, not into raising the temperature — so the reading stays at 0°C until all the ice has melted.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Mixing Unequal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0.1 kg of water at 90°C is added to 0.4 kg of water at 15°C. The final temperature is closest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52°C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15°C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Mixing Unequal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0.1 kg of water at 90°C is added to 0.4 kg of water at 15°C. The final temperature is closest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52°C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75°C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lost = heat gained: 0.1(90 − T) = 0.4(T − 15). So 9 − 0.1T = 0.4T − 6, giving 0.5T = 15, T = 30°C. The larger cold mass pulls the result down toward 15°C.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that freezes over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floats and insulates the water below, which stays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Fish do not need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whole pond freezes solid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that freezes over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Ice floats and insulates the water below, which stays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Fish do not need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whole pond freezes solid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expands on freezing, so the ice is less dense and floats. This ice layer insulates the water beneath, which remains liquid and lets fish survive the winter.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Burst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sometimes burst in very cold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Contracts when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when it freezes, pushing the pipe apart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 in the pipe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heavier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Burst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sometimes burst in very cold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Contracts when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when it freezes, pushing the pipe apart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 in the pipe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heavier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Unlike most liquids, water expands as it turns to ice. Trapped in a pipe, the expanding ice exerts a large force that can crack or burst the pipe.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Stirrer's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calorimeter have a stirrer?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add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spread the heat evenly so the thermometer reads the true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cool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measure mass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Stirrer's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calorimeter have a stirrer?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add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To spread the heat evenly so the thermometer reads the true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cool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measure mass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Stirring mixes the contents so the temperature is uniform throughout. Then the thermometer reads the genuine common temperature, improving accuracy.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Heat That Hides in a Change of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mixing hot and cold to melting ice — energy is always conserved, even when the thermometer stands still.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