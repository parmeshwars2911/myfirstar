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Earthing gives a safe, low-resistance path for fault current — protecting the user and blowing the 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three pins. The longer earth pin connects first (safety); the fuse is in the live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Memorise the modern code: brown live, blue neutral, green/yellow earth. Wrong connections are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earth pin's length and thickness are favourite exam points: connects first, carries fault current, opens shutters.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 wires are bare and lethal; height and distance are the safety measures. Stress kite/pole dangers.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safety rules. Connect each to the physics: water conducts, correct fuse protects, earthing saves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habits: no overloading, good insulation, earthing, water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 insulation is an alternative to earthing for plastic-bodied devices — two independent layers of insulation.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isolate the supply before touching the casualty, and only use dry, insulating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earthing mechanism and colour code are the most examined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Earthing, Plugs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Earthing  •  The three-pin plug  •  Colour coding  •  Electrical safety</a:t>
            </a:r>
          </a:p>
        </p:txBody>
      </p:sp>
      <p:pic>
        <p:nvPicPr>
          <p:cNvPr id="7" name="Picture 6" descr="g10_hous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purpose of earthing an appliance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the three pins of a plug and their wires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colour code of live, neutral and earth wires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the earth pin is longer and thicker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danger of high-tension wires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safety precautions for using electricity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Earthing &amp; the Three-Pin Plug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an appliance is made safe to touch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EARTHING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We Earth Appliances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Earthing connects the metal body of an appliance to the ground through the earth wire, so it can never reach a dangerous voltage.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the live wire touches the metal body, current flows safely to earth instead of through a person.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large current also blows the fuse, cutting off the supply.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Without earthing, the body would stay live and give a shock when touched.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THREE-PIN PLUG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Inside a Three-Pin Plug</a:t>
            </a:r>
          </a:p>
        </p:txBody>
      </p:sp>
      <p:pic>
        <p:nvPicPr>
          <p:cNvPr id="6" name="Picture 5" descr="g10hc_plu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65960"/>
            <a:ext cx="402336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45375" y="567842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Earth pin: longer and thicker; fuse in the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Live, neutral &amp; 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three pins are live (L), neutral (N) and earth (E).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 pin is longer, so it connects first and disconnects last.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also thicker to carry a large fault current safely.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fuse is fitted in the live wire of the plug.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COLOUR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Colour Coding of Wires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Live — brown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Carries the dangerous 230 V supply (older code: 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Neutral — 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Completes the circuit, near 0 V (older code: black).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Earth — green/yellow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safety wire to the ground (older code: green).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colours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 wires are connected to the correct terminals 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EARTH 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the Earth Pin Is Special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First to connect, last to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Longer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makes contact first when plugging in, so the appliance is earthed before it is live.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Thicker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can safely carry a large fault current to the ground.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Opens the shutters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many sockets the long earth pin pushes open safety shutters over the live and neutral holes.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Connected to the body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Inside the appliance the earth wire is joined to its metal casing.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Fault to the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live wire inside a metal toaster comes loose and touches the casing. If the toaster is properly earthed, what happens?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casing becomes live and dangerous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large current flows to earth and blows the fuse, cutting the supply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Nothing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toaster runs faster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Fault to the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live wire inside a metal toaster comes loose and touches the casing. If the toaster is properly earthed, what happens?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casing becomes live and dangerous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large current flows to earth and blows the fuse, cutting the supply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Nothing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toaster runs faster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Earthing offers a low-resistance path to ground. The fault current is large, so the fuse melts and disconnects the supply, leaving the casing safe to touch.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Colour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modern colour code, the wire that is brown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Live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Signal wire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Colour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modern colour code, the wire that is brown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Earth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Neutral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Live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Signal wire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modern code is brown = live, blue = neutral, green/yellow = earth. The brown live wire carries the dangerous 230 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Longer Pin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earth pin of a plug is made longer than the other two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looks different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appliance is earthed first, before the live pin makes contact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carries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fits more tightly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Longer Pin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earth pin of a plug is made longer than the other two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looks different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appliance is earthed first, before the live pin makes contact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carries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fits more tightly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longer earth pin enters the socket first and leaves last, so the appliance is safely earthed throughout the moment it is live — and it often opens the socket's safety shutters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Earth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plastic-bodied hair dryer with no metal parts is often sold with only two pins (no earth)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 conducts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non-conducting case can never become live, so earthing is not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uses no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Earthing would damage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Earth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plastic-bodied hair dryer with no metal parts is often sold with only two pins (no earth)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Plastic conducts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Its non-conducting case can never become live, so earthing is not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uses no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Earthing would damage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Earthing protects a conducting (metal) body. A fully insulated plastic body cannot give a shock even if a wire touches it, so such 'double-insulated' devices need no earth pin.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High-Tension Wires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Respecting the dangers of electricity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HIGH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High-Tension (HT) Wires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Why HT lines are kept out of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Very high voltage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Transmission lines carry tens of thousands of volts.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Bare and high up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They are uninsulated, so they are strung high on tall pylons, out of reach.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Keep away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Never fly kites or raise poles near them — electricity can jump (arc) across a gap.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Warning signs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Danger boards and wide clearances keep people and vehicles at a safe distance.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Safety Precautions With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Dry hands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Never touch switches or appliances with wet hands — water conducts electricity.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Right fuse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Always use a fuse of the correct rating; never replace it with thick wire.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Earth metal appliances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Connect the earth pin; do not bypass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Repairs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 off and unplug before repairing or cleaning an appliance.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MORE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Good Habits That Save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Everyday electrical 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overloading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Avoid plugging many high-power appliances into one socket.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Good insulation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Replace frayed or damaged wires and cracked plugs promptly.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Three-pin for metal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Always use an earthed three-pin plug for metal-bodied appliances.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Keep water away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Keep electrical points away from taps, sinks and bathrooms unless specially protected.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DOUBLE INSULATION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Double-Insulated Appliances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live parts are insulated, and the whole casing is a second layer of insulation.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 earth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Because the case can never become live, no earth wire is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symbol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Marked with a 'square within a square' symbol.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Plastic hair dryers, electric shavers and many power tools.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ELECTRIC 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If Someone Gets an Electric Shock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Cut the supply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Switch off the mains supply immediately — do not touch the person while they are still connected.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If you cannot reach the switch, push them away using a dry, non-conducting object like wood.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Never use your bare hands or anything wet or metal.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Once they are clear, call for medical help and give first aid if trained.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safe path to ground; protects user and blows the fuse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Three pins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live, neutral, earth; fuse in the live wire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Colour code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brown live, blue neutral, green/yellow earth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 pin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longer and thicker — connects first, carries fault current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HT wires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very high voltage, bare, kept high and out of reach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Safety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dry hands, correct fuse, earthing, switch off to repair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Wet Hands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Touching an electric switch with wet hands is dangerous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repels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conducts electricity, lowering your resistance and allowing a larger shock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Switches dislike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increases the voltage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Wet Hands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Touching an electric switch with wet hands is dangerous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repels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Water conducts electricity, lowering your resistance and allowing a larger shock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Switches dislike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increases the voltage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Wet skin has a much lower resistance than dry skin, so for the same voltage a far larger and more dangerous current can flow through the body.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Thick Wire as 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Replacing a blown fuse with a thick copper wire is dangerous because the thick wire: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 too easily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Will not melt on an overload, so the wiring can overheat and catch fire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Carries no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voltage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Thick Wire as 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Replacing a blown fuse with a thick copper wire is dangerous because the thick wire: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Melts too easily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Will not melt on an overload, so the wiring can overheat and catch fire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Carries no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 the voltage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fuse is meant to be the weak link that melts first. A thick copper wire can carry a huge current without melting, so it removes the protection and the wiring itself may overheat.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Kite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must you never fly a kite near high-tension power lines?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kite may get dirty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Electricity can arc across to a wet string or the kite, giving a fatal shock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lines will fall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kite flies too high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Kite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must you never fly a kite near high-tension power lines?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kite may get dirty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Electricity can arc across to a wet string or the kite, giving a fatal shock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lines will fall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kite flies too 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tens of thousands of volts, current can jump across a small air gap to a kite or a damp string, sending a lethal current down to the person holding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Bird on a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bird can sit safely on a single bare power line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feet are insulated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potential difference across its body — both feet are on the same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Birds do not conduct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wire is switched off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Bird on a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bird can sit safely on a single bare power line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feet are insulated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There is no potential difference across its body — both feet are on the same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Birds do not conduct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wire is switched 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Both feet touch the same point, so there is almost no voltage difference across the bird and almost no current through it. Touching a second wire or the ground would be fatal.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Before Repair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Before repairing an electrical appliance you should always first: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Wet your hands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Switch off and unplug it from the mains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Remove the earth wire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Before Repair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Before repairing an electrical appliance you should always first: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Wet your hands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Switch off and unplug it from the mains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Remove the earth wire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Disconnecting the appliance from the live supply removes the source of danger, so no current can flow through you while you work on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Stay Safe With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Earthing, the right fuse and a little caution turn a deadly force into a everyday convenience.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