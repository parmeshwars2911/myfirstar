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Ohmic = straight line; non-ohmic = curved. The heating filament is the standard non-ohmic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factors. Length ↑ → R ↑; area ↑ → R ↓; plus material and temperature. These feed straight into the resistivity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= ρL/A links the factors quantitatively. Stress ρ depends only on material (and temperature), not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powers of ten lined up. The micro-factors cancel, leaving a clean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property to purpose: low ρ to carry current, high ρ + high m.p. to make heat, low m.p. to make a 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Superconductors: zero resistance below a critical temperature. Great for strong magnets, but cooling is the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EMF = total energy per charge from the cell. It is the open-circuit (no current) voltage.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Terminal voltage V = E − Ir. This is why a car's headlights dim when the starter motor draws a big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resistance explains the gap between EMF and terminal voltage. At I = 0 the two are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Substitute into V = E − Ir. The 0.3 V is 'lost' inside the cell across 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stretched-wire and V = E − Ir ideas are the exam favourites.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Resistance &amp; Cells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Factors affecting resistance  •  Resistivity  •  EMF &amp; internal resistance</a:t>
            </a:r>
          </a:p>
        </p:txBody>
      </p:sp>
      <p:pic>
        <p:nvPicPr>
          <p:cNvPr id="7" name="Picture 6" descr="g10ce_graph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ohmic and non-ohmic conductors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factors that affect the resistance of a wire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specific resistance (resistivity) and use R = ρL/A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Choose suitable materials for wires and heating elements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superconductors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EMF, terminal voltage and internal resistance of a cell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What Resistance Depends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Why some wires resist more than others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OHMIC OR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Ohmic and Non-Ohmic Conductors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Ohmic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Obey Ohm's law: V–I graph is a straight line, e.g. metal wires at constant temperature.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Non-ohmic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Do not obey Ohm's law: V–I graph is curved, e.g. a filament bulb, a diode.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bulbs curve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filament heats up, its resistance rises, so the graph bends.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Still useful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Non-ohmic devices like diodes are vital in electronics.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Affects a Wire's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l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Resistance is proportional to length — a longer wire has more resistance.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Area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Resistance is inversely proportional to cross-sectional area — a thicker wire resists less.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Material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Different materials have different resistivities.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hermomet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Temperature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 metals, resistance increases as temperature rises.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RESISTIVITY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Specific Resistance (Resistivity)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resistance of a wire depends on its length and area through the resistivity ρ of its material.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R  =  ρ L / A        (ρ in ohm-metre, Ω 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 is the length, A the cross-sectional area.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Resistivity ρ is a property of the material, not the shape.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Good conductors (copper, silver) have very low resistivity.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R = ρL/A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wire is 2 m long with cross-sectional area 0.5 mm² (0.5 × 10⁻⁶ m²) and resistivity 1.0 × 10⁻⁶ Ω m. Find its resistance.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ρ L / A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(1.0 × 10⁻⁶ × 2) / (0.5 × 10⁻⁶)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(2.0 × 10⁻⁶) / (0.5 × 10⁻⁶) = 4 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Resistance R = 4 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CHOOSING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Right Wire for the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Copper for wiring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Very low resistivity, so it carries current with little loss.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hermomet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Nichrome for heaters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High resistivity and a high melting point — it gets hot without melting.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Tungsten for filaments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Very high melting point, so it glows white-hot in a bulb without breaking.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Fuse wire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Low melting point, so it melts and breaks the circuit if the current is too high.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SUPERCONDUCTORS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Superconductors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Resistance that drops to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Zero resistance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Below a very low critical temperature some materials lose all electrical resistance.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 energy loss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Current can flow with no heating and no energy wasted.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Powerful electromagnets in MRI scanners and maglev trains.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catch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They must be kept extremely cold, which is expensive.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Stretch the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wire is stretched so that its length doubles (its volume staying the same, so the area halves). Its new resistance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Four times the original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Stretch the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wire is stretched so that its length doubles (its volume staying the same, so the area halves). Its new resistance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Double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Four times the original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 = ρL/A. Doubling the length doubles R, and halving the area doubles it again — together a factor of 4. A classic stretched-wire problem.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Heater Element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is the heating element of an electric iron made of nichrome rather than copper?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 is too expensive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Nichrome has high resistivity and a high melting point, so it heats up without melting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 cannot carry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Nichrome is a better conductor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Heater Element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is the heating element of an electric iron made of nichrome rather than copper?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Copper is too expensive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Nichrome has high resistivity and a high melting point, so it heats up without melting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Copper cannot carry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Nichrome is a better conductor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heater needs a wire that resists current strongly (to release heat) and survives high temperatures. Nichrome does both; copper conducts too well and would barely warm up.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Thicker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Replacing a wire with a thicker one of the same material and length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its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Decrease its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 change its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it an insulator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Thicker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Replacing a wire with a thicker one of the same material and length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its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Decrease its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 change its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it an insulator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Resistance is inversely proportional to cross-sectional area. A thicker wire gives electrons more room to flow, lowering the resistance.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Resistivity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wires, one copper and one iron, have the same length and thickness. They have different resistances because they differ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Cross-sectional area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Resistivity (material)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Temperature only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Resistivity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wires, one copper and one iron, have the same length and thickness. They have different resistances because they differ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Cross-sectional area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Resistivity (material)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Temperature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length and area equal, the only difference left is the material's resistivity ρ. Iron has a higher resistivity than copper, so the iron wire resists more.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Cells: EMF &amp; Internal Resistance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Why a battery's voltage drops when it supplies current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EMF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Electromotive Force (EMF)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EMF of a cell is the energy it gives to each unit of charge — the p.d. across its terminals when no current is drawn.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EMF (E)  =  energy supplied / charge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Measured in volts, like potential difference.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the 'full' voltage of the cell on open circuit.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Driving current through the cell's own materials uses up some of this energy.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TERMINAL 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Terminal Voltage &amp; Internal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a cell supplies current, some voltage is lost inside it across its own internal resistance 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V  =  E − I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 is the EMF, I the current, r the internal resistance.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 is the terminal voltage available to the external circuit.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larger the current, the bigger the internal drop I 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INTERNAL 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Internal Resistance of a Cell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The resistance inside the cell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it is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resistance of the cell's own electrolyte and electrodes.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Effect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causes the terminal voltage to fall below the EMF when current flows.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Open circuit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With no current (I = 0), the terminal voltage equals the EMF.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Old cells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Internal resistance rises as a cell ages, so it delivers less voltage.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Terminal Voltage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cell of EMF 1.5 V and internal resistance 0.5 Ω drives a current of 0.6 A. Find its terminal voltage.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E − I 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1.5 − (0.6 × 0.5)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1.5 − 0.3 = 1.2 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Terminal voltage V = 1.2 V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Ohmic / non-ohmic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straight vs curved V–I graph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Factors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 ∝ length, R ∝ 1/area, plus material &amp; temperature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Resistivity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 = ρL/A; ρ is a property of the material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Material choice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copper to carry, nichrome/tungsten to heat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EMF vs terminal V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= E − I 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Internal resistance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voltage lost inside the cell when current flows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Resistivity &amp;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Open Circuit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voltmeter across a cell reads 1.5 V when no current is drawn, but only 1.3 V when the cell lights a bulb. The 1.5 V reading is the cell's: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Terminal voltage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Internal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EMF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Power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Open Circuit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voltmeter across a cell reads 1.5 V when no current is drawn, but only 1.3 V when the cell lights a bulb. The 1.5 V reading is the cell's: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Terminal voltage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Internal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EMF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Power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no current there is no internal voltage drop, so the terminal voltage equals the EMF (1.5 V). Once current flows, I r is lost inside and the terminal voltage falls to 1.3 V.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Using the cell above (EMF 1.5 V, terminal voltage 1.3 V when the current is 0.5 A), the internal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0.4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2.6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 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Using the cell above (EMF 1.5 V, terminal voltage 1.3 V when the current is 0.5 A), the internal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0.2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0.4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2.6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0.5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lost voltage is E − V = 1.5 − 1.3 = 0.2 V. Since this equals I r, r = 0.2 / 0.5 = 0.4 Ω.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Longer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uniform wire has resistance 6 Ω. A piece one third of its length would have resistance: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18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 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Longer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uniform wire has resistance 6 Ω. A piece one third of its length would have resistance: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18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Resistance is proportional to length. One third of the length has one third of the resistance: 6 / 3 = 2 Ω.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Same Material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property is the SAME for a thick copper wire and a thin copper wire?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Cross-sectional area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Resistivity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Current they carry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Same Material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property is the SAME for a thick copper wire and a thin copper wire?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Cross-sectional area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Resistivity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Current they carry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Resistivity depends only on the material (and temperature), so both copper wires share it. Their resistances differ because their areas differ.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Why Dim?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car's headlights dim for a moment when the engine is started. This is because the starter motor: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EMF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Draws a large current, so the internal drop I r lowers the terminal voltage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Cools the battery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Breaks Ohm's law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Why Dim?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car's headlights dim for a moment when the engine is started. This is because the starter motor: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Increases the EMF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Draws a large current, so the internal drop I r lowers the terminal voltage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Cools the battery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Breaks Ohm's law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starter draws a huge current, so the voltage lost inside the battery (I r) jumps. The terminal voltage falls, momentarily dimming the lights.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Inside Every Wire and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Resistivity shapes the wire; internal resistance shapes the cell — together they decide what a circuit can 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