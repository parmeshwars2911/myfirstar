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Boiling happens at a fixed temperature, constant while heat is added. Distinguish from evaporation (surface, any temperature).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both plateaus. The flat sections are latent-heat regions — temperature constant, heat still flowing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Evaporation: surface-only, any temperature, removes the fastest molecules and so cools. List the factors that speed it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Pressure raises the boiling point (cooker) but lowers the melting point of ice (regelation). Mountain cooking is a great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Impurities lower the melting point and raise the boiling point — salt on roads and antifreeze are the standard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Latent = hidden heat at constant temperature. Q = mL is the working formula. Define fusion and vaporisation.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should know the two values. Vaporisation needs far more than fusion — molecules must be fully separated.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molecular picture: latent heat breaks bonds rather than speeding molecules up — hence constant temperature.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Pure phase change at 0°C, so use Q = mL only — no mcΔT term because the temperature does not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with melting: vaporising the same mass needs about 7 times more heat, because molecules must fully separate.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 latent heat of fusion makes ice a powerful, long-lasting coolant and explains slow spring thaws.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Q = mL and the pressure/impurity effects are the key exam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Boiling &amp; Latent Heat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Boiling  •  Effect of pressure &amp; impurities  •  Latent heat  •  Specific latent heat</a:t>
            </a:r>
          </a:p>
        </p:txBody>
      </p:sp>
      <p:pic>
        <p:nvPicPr>
          <p:cNvPr id="7" name="Picture 6" descr="g10_hea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boiling and read the heating curve of water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effect of pressure on melting and boiling 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effect of impurities on melting and boiling points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latent heat and specific latent heat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latent heat using the kinetic (molecular) model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consequences of water's high latent heat of fusion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Boiling, Pressure &amp; Impurities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changes the melting and boiling points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BOILING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Vaporisation and Boiling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Boiling is the rapid change of a liquid into vapour throughout the liquid, at a fixed temperature called the boiling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water at normal pressure the boiling point is 100°C.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During boiling the temperature stays constant though heat is supplied.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heat supplied becomes the latent heat of vaporisation.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HEATING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Heating Curve of Water</a:t>
            </a:r>
          </a:p>
        </p:txBody>
      </p:sp>
      <p:pic>
        <p:nvPicPr>
          <p:cNvPr id="6" name="Picture 5" descr="g10cal_curv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82335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Temperature is constant while water boils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Two plateaus: melting and boiling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Heating water raises its temperature until it reaches 100°C.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100°C the temperature stays constant while the water boils — a second plateau.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All the heat then goes into turning water into steam.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two flat steps (melting and boiling) are where latent heat is absorbed.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EVAPORATION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Evaporation and the Cooling It Causes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slow change of a liquid to vapour from its surface, at any temperature.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Causes cooling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fastest molecules escape, so the liquid left behind cools down.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Faster when…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Higher temperature, larger surface area, dry moving air all speed it up.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Everyday cooling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Sweating, earthen pots and wet-cloth coolers all use evaporative cooling.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Effect of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Pressure changes the change-points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Boiling point rises with pressure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Higher pressure makes water boil above 100°C — used in a pressure cooker to cook faster.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Boiling point falls with low pressure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On a high mountain, lower pressure makes water boil below 100°C, so food cooks slowly.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Melting point of ice falls with pressure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Extra pressure lowers the melting point of ice slightly.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Regelation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Ice can melt under pressure and re-freeze when the pressure is removed.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IMPURITIES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Effect of Impurities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Impurities widen the liquid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Lower the melting point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Salt sprinkled on icy roads makes the ice melt below 0°C.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Raise the boiling point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Dissolving salt makes water boil above 100°C.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salt on roads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keeps water liquid below 0°C, clearing ice in winter.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Antifreeze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Added to car radiators to stop the water freezing in cold weather.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Pressure Cooker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Food cooks faster in a pressure cooker because the raised pressure inside: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Lowers the boiling point of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Raises the boiling point, so the water and steam are hotter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Removes all the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Cools the food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Pressure Cooker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Food cooks faster in a pressure cooker because the raised pressure inside: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Lowers the boiling point of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Raises the boiling point, so the water and steam are hotter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Removes all the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Cools the food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Higher pressure pushes the boiling point above 100°C, so the water and steam reach a higher temperature and cook the food more quickly.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Mountain Tea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high mountain, water boils at about 90°C. As a result: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Tea is hotter than usual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Food takes longer to cook because the water is not as hot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 cannot boil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boiling point is unchanged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Mountain Tea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high mountain, water boils at about 90°C. As a result: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Tea is hotter than usual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Food takes longer to cook because the water is not as hot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 cannot boil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boiling point is unchanged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Lower air pressure at altitude lowers the boiling point, so the boiling water is cooler than 100°C and cooks food more slowly.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Salt on Roads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Salt is spread on icy roads in winter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Raises the melting point of 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Lowers the melting point, so the ice melts below 0°C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Makes the ice harder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Warms the road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Salt on Roads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Salt is spread on icy roads in winter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Raises the melting point of 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Lowers the melting point, so the ice melts below 0°C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Makes the ice harder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Warms the road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Salt is an impurity that lowers the melting point of ice, so it melts even when the temperature is a little below 0°C, clearing the road.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Boiling vs Evaporation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is true of boiling but NOT of evaporation?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happens only at the surface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occurs at any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happens throughout the liquid at a fixed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cools the liquid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Boiling vs Evaporation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is true of boiling but NOT of evaporation?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happens only at the surface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occurs at any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It happens throughout the liquid at a fixed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cools the liquid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Boiling occurs all through the liquid at one fixed temperature (the boiling point). Evaporation happens only at the surface and at any temperature.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Cooler in Earthen Pot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stays cool in a porous earthen pot because water seeping to the outside: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Boils away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Evaporates, taking heat from the water inside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Freezes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Absorbs sunlight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Cooler in Earthen Pot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stays cool in a porous earthen pot because water seeping to the outside: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Boils away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Evaporates, taking heat from the water inside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Freezes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Absorbs sunlight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Water oozing through the pores evaporates from the surface, and the fastest molecules carry energy away. This draws heat from the water within, keeping it cool — evaporative cooling.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Latent Heat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hidden heat of a change of state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LATENT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Latent Heat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Latent heat is the heat absorbed or released during a change of state, WITHOUT any change in temperature.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Q  =  m L        (L = specific latent heat, J/kg)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'Latent' means hidden — the heat is stored in changing the state, not raising the temperature.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Specific latent heat L is the heat per kilogram for the change of state.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Fusion = solid↔liquid; vaporisation = liquid↔gas.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Specific Latent Heats of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Hidden heat per kilogram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Fusion (melting)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L_fusion of ice ≈ 336,000 J/kg (3.36 × 10⁵ J/kg).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Vaporisation (boiling)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L_vap of water ≈ 2,260,000 J/kg (2.26 × 10⁶ J/kg).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so big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lot of energy is needed to fully separate the molecules.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Q = m 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 for a change of state = mass × specific latent heat.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KINETIC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Latent Heat and the Molecular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Where the hidden heat goes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Melting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 gives molecules enough energy to break free of their fixed positions, so the solid becomes a liquid.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 temperature rise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energy goes into loosening bonds, not into faster motion, so the temperature is unchanged.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Boiling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Even more energy fully separates the molecules into a gas.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On cooling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same latent heat is released when a gas condenses or a liquid freezes.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to Melt 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How much heat is needed to melt 0.5 kg of ice at 0°C into water at 0°C? (L_fusion = 336,000 J/kg)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m L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0.5 × 336,000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168,000 J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Q = 168,000 J (168 kJ)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to Boil Water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How much heat turns 0.2 kg of water at 100°C into steam at 100°C? (L_vaporisation = 2.26 × 10⁶ J/kg)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m L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0.2 × 2.26 × 10⁶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Q = 4.52 × 10⁵ J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Q = 4.52 × 10⁵ J (452 kJ) — far more than melting the same mass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Water's Latent Heat of Fusion Matters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Ice cools drinks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Melting ice absorbs a lot of heat from the drink, cooling it effectively.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Ice keeps food cold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absorbs heat slowly as it melts, keeping an ice-box cold for hours.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ir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Snow melts slowly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large latent heat means snow and ice take a long time to melt in spring.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Frost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 released onto crops gives out latent heat as it freezes, protecting them from frost.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Boiling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fixed temperature; constant while heat is supplied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Pressure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raises boiling point (cooker), lowers melting point of ice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Impurities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lower the melting point, raise the boiling point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Latent heat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 for a change of state at constant temperature; Q = m 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Values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fusion 3.36 × 10⁵ J/kg; vaporisation 2.26 × 10⁶ J/kg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Kinetic model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latent heat breaks bonds, not raising temperature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Latent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Worse Burn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Steam at 100°C causes a far worse burn than water at 100°C because the steam: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hotter than the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Releases its large latent heat of vaporisation as it condenses on the skin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Moves faster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Contains more salt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Worse Burn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Steam at 100°C causes a far worse burn than water at 100°C because the steam: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hotter than the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Releases its large latent heat of vaporisation as it condenses on the skin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Moves faster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Contains more salt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Both are at 100°C, but when steam condenses on the skin it gives up its huge latent heat of vaporisation (2.26 × 10⁶ J/kg) on top of cooling — delivering much more heat than hot water alone.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Melt the 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heat needed to melt 2 kg of ice at 0°C is (L = 3.36 × 10⁵ J/kg):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1.68 × 10⁵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6.72 × 10⁵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3.36 × 10⁵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672 J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Melt the 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heat needed to melt 2 kg of ice at 0°C is (L = 3.36 × 10⁵ J/kg):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1.68 × 10⁵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6.72 × 10⁵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3.36 × 10⁵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672 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Q = mL = 2 × 3.36 × 10⁵ = 6.72 × 10⁵ J. No temperature change, so only the latent-heat term is needed.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Constant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While a pure substance is changing state, the heat supplied causes: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rise in 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change in temperature, only a change of state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fall in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substance to disappear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Constant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While a pure substance is changing state, the heat supplied causes: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rise in 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No change in temperature, only a change of state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fall in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substance to disappear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During a change of state the heat is latent — it goes into rearranging the molecules, not into raising the temperature, so the thermometer reading stays fixed.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Best Coolant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cool a drink, 100 g of ice at 0°C works better than 100 g of water at 0°C because the ice: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colder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Must first absorb its latent heat of fusion to melt, taking extra heat from the drink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heavier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Floats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Best Coolant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cool a drink, 100 g of ice at 0°C works better than 100 g of water at 0°C because the ice: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colder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Must first absorb its latent heat of fusion to melt, taking extra heat from the drink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heavier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Floats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Both start at 0°C, but the ice must absorb a large latent heat to melt before it can warm up. That extra heat is taken from the drink, cooling it much more effectively.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Sea-Breeze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Increasing the pressure on a sample of ice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Raise its melting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 its melting point slightly so it melts more easily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Have no effect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Turn it straight to steam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Sea-Breeze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Increasing the pressure on a sample of ice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Raise its melting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Lower its melting point slightly so it melts more easily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Have no effect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Turn it straight to steam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Unusually, increasing the pressure lowers the melting point of ice (because ice contracts on melting). This is the basis of regelation, where ice melts under pressure and refreezes after.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The Hidden Heat of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Latent heat keeps temperatures steady through melting and boiling — the quiet physics behind ice, steam and the weather.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