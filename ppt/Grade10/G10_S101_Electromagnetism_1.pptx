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Oersted's chance discovery: current creates magnetism. The needle deflection and its reversal are the key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Field = concentric circles. Demonstrate the right-hand rule with your own hand; reversal flips the circles.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loop concentrates the field through its centre, behaving like a small magnet — the stepping stone to the solenoid.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Solenoid = many loops = bar-magnet field. Strong uniform field inside; poles reverse with the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clock/end rule fixes which face is N or S. Pair it with the right-hand rule for the field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Electromagnet = solenoid + soft-iron core. Strength depends on turns, current and the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controllable factors: current, number of turns and the core. These are common one-mark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 iron = temporary (electromagnet core); steel = permanent magnet. The switch-off requirement decides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advantages of an electromagnet: switchable, adjustable, reversible, and can be very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use exploits the switchable, controllable magnetism. The lifting magnet and electric bell are the classic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make-and-break action is the heart of the bell: the magnet switches itself off as the hammer moves, then on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right-hand rule and the electromagnet advantages are the key recall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Magnetic Effect of 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Oersted's experiment  •  Field of a wire, loop &amp; solenoid  •  The electromagnet</a:t>
            </a:r>
          </a:p>
        </p:txBody>
      </p:sp>
      <p:pic>
        <p:nvPicPr>
          <p:cNvPr id="7" name="Picture 6" descr="g10em_s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Oersted's experiment linking current and magnetism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the magnetic field around a straight current-carrying wire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right-hand thumb rule for field direction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field of a current loop and a solenoid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an electromagnet is made and strengthened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an electromagnet with a permanent magnet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Current Makes Magnetism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Oersted's discovery and the field of a wire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OERSTED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Oersted's Experiment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Electricity and magnetism are linked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discovery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compass needle near a wire deflects when a current flows through the wire.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shows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electric current produces a magnetic field around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Reverse the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needle deflects the other way — the field direction reverses too.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current, no 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 the current off and the needle returns to north.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STRAIGHT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Around a Straight Wire</a:t>
            </a:r>
          </a:p>
        </p:txBody>
      </p:sp>
      <p:pic>
        <p:nvPicPr>
          <p:cNvPr id="6" name="Picture 5" descr="g10em_w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9615" y="2057400"/>
            <a:ext cx="43891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79615" y="5586983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Right-hand thumb rule gives the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Circular field 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magnetic field lines form concentric circles around the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is stronger close to the wire and weakens with distance.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Right-hand thumb rule: thumb points along the current, curled fingers show the field direction.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reverses the direction of the field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CURRENT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Due to a Circular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Bending the wire concentrates the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Each part adds up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 bit of the loop circles a field; inside the loop they all add together.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through the centre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field at the centre is perpendicular to the plane of the loop.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Like a tiny magnet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face of the loop acts as a north pole, the other as a south pole.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turns, stronger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Many turns side by side make the field much stronger.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SOLENOID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Solenoid</a:t>
            </a:r>
          </a:p>
        </p:txBody>
      </p:sp>
      <p:pic>
        <p:nvPicPr>
          <p:cNvPr id="6" name="Picture 5" descr="g10em_s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current to swap the poles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coil that acts like a bar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solenoid is a long coil of many turns of insulated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current flows, its field is just like that of a bar magnet, with a N and a S pole.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inside is strong and nearly uniform.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swaps the north and south poles.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WHICH END IS NORTH?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Clock (End) Rule for a Solenoid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Anticlockwise → N, clockwise →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Look at an end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View the current flowing in the end face of the solenoid.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Anticlockwise = North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If the current looks anticlockwise, that face is a North pole.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Clockwise = South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If it looks clockwise, that face is a South pole.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Reverse to swap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Reversing the current swaps the sense, and so the poles.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Making an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Put a soft-iron core inside a solenoid and it becomes a powerful, switchable magnet — an electromagnet.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soft-iron core greatly increases the strength of the field.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Stronger with more turns, more current, and a soft-iron core.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magnet only while the current flows.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Makes an Electromagnet Stronger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Current, turns and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larger current through the coil gives a stronger magnetic field.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turns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Packing in more turns of wire increases the field.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Soft-iron core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soft-iron core multiplies the strength many times over.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Shorter / closer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Bringing the turns closer together concentrates the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CHOOSING THE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Soft Iron vs Steel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Soft iron — temporary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Magnetises strongly but loses it at once when the current stops — ideal for electromagnets.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Steel — permanent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Magnetises less easily but keeps its magnetism — used for permanent magnets.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Electromagnet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Always soft iron, so the magnet can be switched off.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not steel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steel core would stay magnetised, so the device could not be turned off.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 VS PERMANENT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 vs Permanent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can be turned on and off; a permanent magnet is always magnetic.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Adjustable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strength can be changed by varying the current; a permanent magnet's cannot.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Reversible poles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poles can be reversed by reversing the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Very strong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be made far stronger than an ordinary permanent magnet.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placed under a straight wire deflects only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current flows through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very long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compass is heated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placed under a straight wire deflects only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current flows through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very long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compass is heated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Oersted showed that a current produces a magnetic field. With no current there is no field, so the needle stays pointing north; switch the current on and it deflects.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Reverse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solenoid is reversed, its magnetic poles: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Swap over (N becomes 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 stronger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Reverse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solenoid is reversed, its magnetic poles: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Swap over (N becomes 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 stronger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direction of the field follows the current. Reversing the current reverses the field, so the north and south ends of the solenoid interchange.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Stronger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make an electromagnet stronger?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Adding more turns of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Stronger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make an electromagnet stronger?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Increasing the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Adding more turns of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Wood is non-magnetic, so it adds nothing — far weaker than soft iron. Strength is increased by more current, more turns and a soft-iron core.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uses a soft-iron core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magnetised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Loses its magnetism as soon as the current stops, so the magnet can be switched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good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uses a soft-iron core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magnetised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Loses its magnetism as soon as the current stops, so the magnet can be switched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good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Soft iron magnetises and demagnetises easily, so the electromagnet works only while current flows. Steel would keep its magnetism and could not be switched off.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Name the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Looking at one end of a solenoid, the current appears to flow anticlockwise. That end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a pole at all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Name the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Looking at one end of a solenoid, the current appears to flow anticlockwise. That end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a pole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clock rule, an anticlockwise current (as seen from that end) marks a North pole; a clockwise current marks a South pole. Reversing the current would swap them.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Using Electromagnets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From scrapyards to doorbells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Lifting magnets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Cranes in scrapyards lift and drop heavy iron by switching the magnet on and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repeatedly pulls a clapper to strike the gong.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Relays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small current's electromagnet switches on a much larger circuit.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changing current in a coil moves a cone to make sound.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ELECTRIC BELL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an Electric Bell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make-and-break circuit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Pressing the switch completes the circuit and the electromagnet is energised.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It attracts the soft-iron armature, so the hammer strikes the gong.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This movement breaks the circuit at a contact, switching the magnet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spring pulls the armature back, the contact remakes, and the cycle repeats rapidly.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Oersted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current produces a magnetic field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wire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circular field lines; right-hand thumb rule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Loop &amp; solenoid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concentrate the field; solenoid acts like a bar magnet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Electromagnet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solenoid + soft-iron core; switchable and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Advantages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switchable, adjustable, reversible, very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lifting magnets, electric bell, relays, loudspeakers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Fields &amp; Electromagnets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lines along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Concentric circles around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Radial lines pointing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field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lines along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Concentric circles around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Radial lines pointing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There is no field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field circles the wire. Closer to the wire the circles are tighter (stronger field); the right-hand thumb rule gives their direction.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uses an electromagnet rather than a permanent magnet to move cars mainly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lose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switched off to drop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 wood and plastic too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uses an electromagnet rather than a permanent magnet to move cars mainly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lose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 switched off to drop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Lift wood and plastic too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whole point is control: turn the current on to grab the scrap and off to release it. A permanent magnet could never let go.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Doorbell Buzz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bell rings continuously while the button is pressed because the circuit: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permanently closed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Repeatedly makes and breaks itself as the hammer moves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electromagnet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Uses a permanent magnet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Doorbell Buzz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bell rings continuously while the button is pressed because the circuit: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permanently closed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Repeatedly makes and breaks itself as the hammer moves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electromagnet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Uses a permanent magnet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armature is attracted, it breaks the contact and the magnet switches off; a spring returns it, remaking the contact. This rapid make-and-break keeps the hammer striking.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More Turns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Doubling the number of turns on a solenoid (same current) makes its magnetic field: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Weaker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Stronger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More Turns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Doubling the number of turns on a solenoid (same current) makes its magnetic field: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Weaker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Stronger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More turns means more current loops adding their fields together, so the solenoid's magnetic field becomes stronger.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Compass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solenoid hangs freely and comes to rest pointing north–south. This proves the solenoid: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Behaves like a bar magnet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an insulator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Compass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solenoid hangs freely and comes to rest pointing north–south. This proves the solenoid: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Behaves like a bar magnet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an insulator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magnet aligns itself north–south in the Earth's field. Since the current-carrying solenoid does so, it must have north and south poles like a bar magnet.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Electricity That Magnetises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simple coil and a current give us magnets we can switch, tune and reverse at will.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