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Oersted's chance discovery: current creates magnetism. The needle deflection and its reversal are the key observations.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Field = concentric circles. Demonstrate the right-hand rule with your own hand; reversal flips the circles.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loop concentrates the field through its centre, behaving like a small magnet — the stepping stone to the solenoid.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Solenoid = many loops = bar-magnet field. Strong uniform field inside; poles reverse with the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Electromagnet = solenoid + soft-iron core. Strength depends on turns, current and the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 controllable factors: current, number of turns and the core. These are common one-mark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advantages of an electromagnet: switchable, adjustable, reversible, and can be very strong.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use exploits the switchable, controllable magnetism. The lifting magnet and electric bell are the classic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make-and-break action is the heart of the bell: the magnet switches itself off as the hammer moves, then on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right-hand rule and the electromagnet advantages are the key recall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Magnetic Effect of Current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Oersted's experiment  •  Field of a wire, loop &amp; solenoid  •  The electromagnet</a:t>
            </a:r>
          </a:p>
        </p:txBody>
      </p:sp>
      <p:pic>
        <p:nvPicPr>
          <p:cNvPr id="7" name="Picture 6" descr="g10em_s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Oersted's experiment linking current and magnetism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Draw the magnetic field around a straight current-carrying wire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right-hand thumb rule for field direction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field of a current loop and a solenoid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how an electromagnet is made and strengthened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Compare an electromagnet with a permanent magnet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Current Makes Magnetism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Oersted's discovery and the field of a wire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OERSTED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Oersted's Experiment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Electricity and magnetism are linked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discovery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compass needle near a wire deflects when a current flows through the wire.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What it shows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An electric current produces a magnetic field around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Reverse the current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needle deflects the other way — the field direction reverses too.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 current, no effect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Switch the current off and the needle returns to north.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STRAIGHT WIRE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Field Around a Straight Wire</a:t>
            </a:r>
          </a:p>
        </p:txBody>
      </p:sp>
      <p:pic>
        <p:nvPicPr>
          <p:cNvPr id="6" name="Picture 5" descr="g10em_w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9615" y="2057400"/>
            <a:ext cx="438912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79615" y="5586983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Right-hand thumb rule gives the direction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Circular field 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magnetic field lines form concentric circles around the wire.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field is stronger close to the wire and weakens with distance.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Right-hand thumb rule: thumb points along the current, curled fingers show the field direction.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Reversing the current reverses the direction of the field 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CURRENT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Field Due to a Circular Loop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Bending the wire concentrates the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Each part adds up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Every bit of the loop circles a field; inside the loop they all add together.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Straight through the centre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field at the centre is perpendicular to the plane of the loop.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Like a tiny magnet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One face of the loop acts as a north pole, the other as a south pole.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More turns, stronger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Many turns side by side make the field much stronger.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SOLENOID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Solenoid</a:t>
            </a:r>
          </a:p>
        </p:txBody>
      </p:sp>
      <p:pic>
        <p:nvPicPr>
          <p:cNvPr id="6" name="Picture 5" descr="g10em_s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Reverse the current to swap the poles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coil that acts like a bar magnet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solenoid is a long coil of many turns of insulated wire.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When current flows, its field is just like that of a bar magnet, with a N and a S pole.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field inside is strong and nearly uniform.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Reversing the current swaps the north and south poles.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ELECTROMAGNET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Making an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Put a soft-iron core inside a solenoid and it becomes a powerful, switchable magnet — an electromagnet.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soft-iron core greatly increases the strength of the field.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Stronger with more turns, more current, and a soft-iron core.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a magnet only while the current flows.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STRENGTH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Makes an Electromagnet Stronger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Current, turns and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More current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larger current through the coil gives a stronger magnetic field.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More turns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Packing in more turns of wire increases the field.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Soft-iron core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soft-iron core multiplies the strength many times over.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Shorter / closer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Bringing the turns closer together concentrates the field.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ELECTRO VS PERMANENT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Electromagnet vs Permanent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lug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Switchable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electromagnet can be turned on and off; a permanent magnet is always magnetic.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Adjustable strength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Its strength can be changed by varying the current; a permanent magnet's cannot.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magne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Reversible poles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Its poles can be reversed by reversing the current.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Very strong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It can be made far stronger than an ordinary permanent magnet.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4 questions  •  think before the answer reveals on the next slide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Oersted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compass placed under a straight wire deflects only when: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wire is made of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current flows through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wire is very long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compass is heated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Oersted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compass placed under a straight wire deflects only when: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wire is made of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 current flows through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wire is very long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compass is heated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Oersted showed that a current produces a magnetic field. With no current there is no field, so the needle stays pointing north; switch the current on and it deflects.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Reverse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in a solenoid is reversed, its magnetic poles: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Swap over (N becomes 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Become stronger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Reverse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current in a solenoid is reversed, its magnetic poles: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 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Swap over (N becomes 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Become stronger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direction of the field follows the current. Reversing the current reverses the field, so the north and south ends of the solenoid interchange.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Stronger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change would NOT make an electromagnet stronger?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Increasing the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Adding more turns of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a soft-iron 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a wooden core instead of iron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Stronger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change would NOT make an electromagnet stronger?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Increasing the current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Adding more turns of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Using a soft-iron core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Using a wooden core instead of iron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Wood is non-magnetic, so it adds nothing — far weaker than soft iron. Strength is increased by more current, more turns and a soft-iron core.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Why Soft Iron?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electromagnet uses a soft-iron core rather than steel because soft iron: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magnetised permanently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Loses its magnetism as soon as the current stops, so the magnet can be switched off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good conductor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lighter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Why Soft Iron?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electromagnet uses a soft-iron core rather than steel because soft iron: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magnetised permanently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Loses its magnetism as soon as the current stops, so the magnet can be switched off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 good conductor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lighter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Soft iron magnetises and demagnetises easily, so the electromagnet works only while current flows. Steel would keep its magnetism and could not be switched off.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Using Electromagnets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From scrapyards to doorbells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Uses of Electromagnets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agne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Lifting magnets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Cranes in scrapyards lift and drop heavy iron by switching the magnet on and off.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Electric bell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electromagnet repeatedly pulls a clapper to strike the gong.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Relays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small current's electromagnet switches on a much larger circuit.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Loudspeakers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changing current in a coil moves a cone to make sound.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ELECTRIC BELL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an Electric Bell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A make-and-break circuit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Pressing the switch completes the circuit and the electromagnet is energised.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It attracts the soft-iron armature, so the hammer strikes the gong.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This movement breaks the circuit at a contact, switching the magnet off.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spring pulls the armature back, the contact remakes, and the cycle repeats rapidly.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Oersted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current produces a magnetic field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Straight wire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circular field lines; right-hand thumb rule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Loop &amp; solenoid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concentrate the field; solenoid acts like a bar magnet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Electromagnet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solenoid + soft-iron core; switchable and strong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Advantages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switchable, adjustable, reversible, very strong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Uses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lifting magnets, electric bell, relays, loudspeakers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Fields &amp; Electromagnets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Field Shape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lines around a long straight current-carrying wire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 lines along the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Concentric circles around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Radial lines pointing outward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There is no field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Field Shape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magnetic field lines around a long straight current-carrying wire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Straight lines along the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Concentric circles around the wire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Radial lines pointing outward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There is no field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field circles the wire. Closer to the wire the circles are tighter (stronger field); the right-hand thumb rule gives their direction.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Scrapyard Crane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scrapyard uses an electromagnet rather than a permanent magnet to move cars mainly because it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Never lose strength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 switched off to drop the 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Work without electricity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Lift wood and plastic too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Scrapyard Crane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scrapyard uses an electromagnet rather than a permanent magnet to move cars mainly because it can: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Never lose strength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 switched off to drop the load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Work without electricity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Lift wood and plastic too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whole point is control: turn the current on to grab the scrap and off to release it. A permanent magnet could never let go.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Doorbell Buzz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electric bell rings continuously while the button is pressed because the circuit: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permanently closed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Repeatedly makes and breaks itself as the hammer moves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no electromagnet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Uses a permanent magnet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Doorbell Buzz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electric bell rings continuously while the button is pressed because the circuit: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permanently closed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Repeatedly makes and breaks itself as the hammer moves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Has no electromagnet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Uses a permanent magnet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As the armature is attracted, it breaks the contact and the magnet switches off; a spring returns it, remaking the contact. This rapid make-and-break keeps the hammer striking.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More Turns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Doubling the number of turns on a solenoid (same current) makes its magnetic field: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Weaker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Stronger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Reverse direction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Disappear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More Turns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Doubling the number of turns on a solenoid (same current) makes its magnetic field: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Weaker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Stronger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Reverse direction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Disappear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More turns means more current loops adding their fields together, so the solenoid's magnetic field becomes stronger.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Compass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solenoid hangs freely and comes to rest pointing north–south. This proves the solenoid: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made of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Behaves like a bar magnet with N and S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Carries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an insulator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Compass Test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solenoid hangs freely and comes to rest pointing north–south. This proves the solenoid: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made of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Behaves like a bar magnet with N and S poles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Carries no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an insulator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Only a magnet aligns itself north–south in the Earth's field. Since the current-carrying solenoid does so, it must have north and south poles like a bar magnet.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Electricity That Magnetises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simple coil and a current give us magnets we can switch, tune and reverse at will.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