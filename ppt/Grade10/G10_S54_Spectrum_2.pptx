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band-by-band tour: properties decide uses. Energy rises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long wavelength to communication. Microwaves: resonance with water molecules heats food.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Infrared = heat radiation (remotes, thermal imaging). Visible = the band the eye is tuned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High-energy bands: powerful and useful but hazardous. Link energy (high f) to penetrating, ionising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are commonly compared. Anchor by where they sit around the visible band and by energy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Selina asks for source/property/detection/use of IR. Anchor: hot bodies emit it; it is the heat radiation just beyond 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UV source/property/detection/use. Most solar UV is absorbed by the ozone layer — link to the protection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X-ray source/property/detection/use. Penetrating power and the flesh-vs-bone contrast are the key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Gamma: highest energy, most penetrating, from the nucleus. Tie uses to its penetrating, cell-killing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protection measures to the hazard of high-energy radiation. The ozone layer is the planet's natural UV shield.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scattering and the key fact: shorter wavelength scatters more. This single idea explains the next two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1/λ⁴ rule (Rayleigh) explains why blue dominates the sky. Name the Tyndall effect — scattering by colloidal particles such as dust, smoke and fine droplets.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consequence follows from 'blue scatters more'. The red danger-signal point is a favourite application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 the idea to clouds (all colours scattered → white) and haze. Reinforces wavelength-dependence.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a use for each band and the scattering explanations.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OPTICS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EM Radiations &amp; Scattering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Uses of each radiation  •  UV, visible &amp; infrared  •  Why the sky is blue</a:t>
            </a:r>
          </a:p>
        </p:txBody>
      </p:sp>
      <p:pic>
        <p:nvPicPr>
          <p:cNvPr id="7" name="Picture 6" descr="g10_sky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the properties and uses of each EM radiation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ultraviolet, visible and infrared radiation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the scattering of light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the daytime sky is blue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why the sky looks red at sunrise and sunset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everyday consequences of scattering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Radiations and Their 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each part of the spectrum does for 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Seven Bands, Many Uses</a:t>
            </a:r>
          </a:p>
        </p:txBody>
      </p:sp>
      <p:pic>
        <p:nvPicPr>
          <p:cNvPr id="6" name="Picture 5" descr="g10sp_e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From communication to medical imaging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Matching use to wavelength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Each EM band has properties suited to particular uses.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Lower-frequency waves (radio, microwave) are used mainly for communication.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Middle bands (infrared, visible) we feel as heat and see as light.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High-frequency waves (UV, X-rays, gamma) carry enough energy to be useful — and harmful.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LOW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Radio &amp; Microwaves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Radio waves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Carry TV and radio broadcasts and mobile-phone signals over long distances.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ve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Microwaves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Used in microwave ovens (heating water in food) and in satellite and mobile communication.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for comms?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Long wavelengths travel far and bend around obstacles.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hermome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Microwaves are absorbed by water molecules, warming food from within.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MIDDLE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Infrared &amp; Visible Light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Infrared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Felt as heat; used in remote controls, thermal cameras and night-vision.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Visible 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only band our eyes detect; lets us see and drives photosynthesis.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hermometer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Infrared heating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Warm objects emit infrared — how we sense heat from a fire.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Optical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Visible light is used in photography, fibre-optic signals and illumination.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HIGH FREQUENCY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Ultraviolet, X-rays &amp; Gamma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Ultraviolet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Causes tanning and vitamin D; sterilises water; makes things fluoresce. Excess causes sunburn.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X-rays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Pass through soft tissue but not bone — used to image fractures and in airport scanners.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a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Gamma rays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Kill cancer cells and sterilise medical equipment; very penetrating.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Hazard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All three are ionising in excess and can damage living cells.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Ultraviolet vs Visible vs Infrared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Three neighbouring bands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Ultraviolet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shorter wavelength than violet; invisible; high energy; causes sunburn and fluorescence.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Visible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band 400–700 nm that the eye can see as colours.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Infrared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longer wavelength than red; invisible; felt as heat.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Order of energy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UV &gt; visible &gt; infrared (energy follows frequency).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INFRARED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Infrared — Source, Property,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Emitted by every warm body — the Sun, fires, our own skin.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Invisible; strong heating effect; longer wavelength than red light.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blackened-bulb thermometer, a thermopile or an infrared camera.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Remote controls, thermal/night-vision cameras, physiotherapy heat lamps, weather satellites.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ULTRAVIOLET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Ultraviolet — Source, Property,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Sun, electric sparks and mercury-vapour (UV) lamps.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Invisible; higher energy than visible; causes fluorescence and affects photographic film.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Photographic plates, or the fluorescence (glow) it produces in certain materials.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Sterilising water and instruments, detecting forged notes, producing vitamin D in skin.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X-RAYS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X-rays — Source, Property, Detection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Produced in an X-ray tube when fast electrons strike a metal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Very penetrating and ionising; pass through flesh but not bone or metal.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Photographic plates and fluorescent screens.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Imaging bones and teeth, airport security scanning, studying crystal structures.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GAMMA RAYS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Gamma Rays — Source, Property,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Emitted by the nuclei of radioactive atoms.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Property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most penetrating and most energetic EM radiation; strongly ionising.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Geiger–Müller tube and photographic film.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arg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Killing cancer cells (radiotherapy), sterilising medical equipment and food, industrial flaw detection.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Living With Radiation Safely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Ozone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High in the atmosphere it absorbs most harmful UV from the Sun, shielding life below.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Sunscreen &amp; shades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Block UV to protect skin and eyes from long-term damage.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Lead aprons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Worn during X-ray imaging to stop rays reaching parts of the body not being scanned.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Controlled doses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Gamma and X-ray equipment is shielded and carefully dosed to limit exposure.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Match the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TV remote control sends a signal to the television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Ultraviolet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X-rays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Radio waves of visible light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Match the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TV remote control sends a signal to the television using: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Ultraviolet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Infrared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X-rays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Radio waves of visible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Remote controls use infrared, which is invisible to us but easily produced and detected over short distances. Infrared is also why we feel heat from warm objects.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Through the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X-rays are used to photograph broken bones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reflected by skin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Pass through soft tissue but are absorbed by bone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Are visible to the eye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Cannot pass through the body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Through the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X-rays are used to photograph broken bones because they: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reflected by skin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Pass through soft tissue but are absorbed by bone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Are visible to the eye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Cannot pass through the body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X-rays penetrate soft tissue but are stopped by dense bone, so bones cast a shadow on the film — producing the familiar X-ray image of the skeleton.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Sunburn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Spending too long in strong sunlight causes sunburn. The radiation mainly responsible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Visible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Ultraviolet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Radio waves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Sunburn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Spending too long in strong sunlight causes sunburn. The radiation mainly responsible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Infrared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Visible 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Ultraviolet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Radio waves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Ultraviolet has more energy than visible light and damages skin cells, causing sunburn (and, in excess, skin cancer). Sunscreen and the ozone layer block much of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Night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security camera can 'see' a warm person in complete darkness. It must be detecting: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Ultraviolet given off by the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Infrared (heat) radiation from the person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X-rays from the person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Visible light only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Night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security camera can 'see' a warm person in complete darkness. It must be detecting: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Ultraviolet given off by the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Infrared (heat) radiation from the person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X-rays from the person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Visible light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Warm bodies emit infrared radiation. A thermal/IR camera detects this heat radiation, so it works even with no visible light — the basis of night vision.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Detecting UV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Ultraviolet radiation is often detected by the fact that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Feels hot on the skin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Makes certain materials fluoresce (glow)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easily seen as violet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Bends around corners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Detecting UV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Ultraviolet radiation is often detected by the fact that 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Feels hot on the skin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Makes certain materials fluoresce (glow)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easily seen as violet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Bends around corners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UV itself is invisible, but it makes some substances glow with visible light (fluorescence) and darkens photographic film — both used to detect it, as in checking banknotes.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Scattering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the sky is blue and sunsets are red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SCATTERING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Scattering?</a:t>
            </a:r>
          </a:p>
        </p:txBody>
      </p:sp>
      <p:pic>
        <p:nvPicPr>
          <p:cNvPr id="6" name="Picture 5" descr="g10s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Blue is scattered most by air molecules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Light redirected by the air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Tiny particles and air molecules redirect light in all directions — this is scattering.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Shorter wavelengths (blue, violet) are scattered much more than longer ones (red).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blue light is scattered all across the sky.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Scattering depends strongly on wavelength — blue scatters far more than red.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HOW MUCH?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Scattering Depends Strongly on Wavelength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amount of scattering by tiny particles rises very steeply as the wavelength gets shorter.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amount of scattering  ∝  1 / λ⁴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Halving the wavelength scatters light about 16 times more.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blue/violet (short λ) scatter far more than red (long λ).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Scattering of light by fine (colloidal) particles is called the Tyndall effect.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CONSEQUENCES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Blue Skies and Red Sunsets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u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the sky is blue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Air scatters blue sunlight in all directions, so the whole sky glows blue.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un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sunsets are 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At sunset light travels through more air; blue is scattered away, leaving red and orange to reach 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space is black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With no air to scatter light, the sky away from the Sun is black to astronauts.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hield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Danger signals are 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Red scatters least, so red light travels furthest through fog — used for stop signs and signals.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MORE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Scattering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Everyday sights explained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Clouds look white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Large water droplets scatter all colours equally, so clouds appear white.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Why blue, not violet?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Violet scatters even more, but the Sun sends less violet and our eyes are less sensitive to it — so the sky looks blue.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Reddened Sun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rising or setting Sun itself looks red for the same reason its surroundings do.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Clear vs hazy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More dust and particles mean more scattering and a paler sky.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Radio / microwave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communication; microwaves also heat food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Infrared / visible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we feel; light we see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UV / X-ray / gamma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useful but hazardous high-energy radiation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UV vs visible vs IR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energy order UV &gt; visible &gt; infrared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Scattering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shorter wavelengths scatter more than longer ones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Sky &amp; sunset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blue sky from scattered blue; red sunset as blue is removed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Radiations &amp; Scattering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Astronaut's 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astronaut in space, looking away from the Sun, sees a black sky instead of a blue one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Sun is switched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There is no air to scatter sunlight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Space absorbs all blue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Their visor blocks blue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Astronaut's Sky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astronaut in space, looking away from the Sun, sees a black sky instead of a blue one because: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Sun is switched off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There is no air to scatter sunlight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Space absorbs all blue light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Their visor blocks blue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sky is blue because air scatters blue sunlight toward us. In space there are no air molecules to scatter light, so the sky (away from the Sun) looks black.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Red at Sunset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setting Sun appears red because, near the horizon, sunlight: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Travels through more air, so blue is scattered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Slows down and turns 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Reflects off clouds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Changes frequency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Red at Sunset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setting Sun appears red because, near the horizon, sunlight: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Travels through more air, so blue is scattered away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Slows down and turns 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Reflects off clouds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Changes frequency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At sunset light skims through a long path of atmosphere. Most of the blue is scattered out before it reaches us, leaving the red and orange that we see.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Best for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are danger and stop signals coloured red rather than blue?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 is brighter than blue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 is scattered least, so it travels furthest through fog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Blue is invisible at night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 light is faster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Best for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are danger and stop signals coloured red rather than blue?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 is brighter than blue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Red is scattered least, so it travels furthest through fog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Blue is invisible at night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Red light is faster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Because red has the longest wavelength it is scattered the least by fog and dust, so it remains visible from a greater distance — ideal for warnings.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Sterilising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Some water purifiers use ultraviolet lamps because UV radiation: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visible and bright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enough energy to kill germs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Heats the water quickly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type of sound wave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Sterilising 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Some water purifiers use ultraviolet lamps because UV radiation: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visible and bright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Has enough energy to kill germs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Heats the water quickly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 type of sound wave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Ultraviolet carries more energy than visible light — enough to damage the cells of bacteria and viruses, sterilising the water without chemicals.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Clouds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Clouds usually look white, not blue, because their water droplets: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Absorb all blue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Scatter all colours of light about equally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 only white paint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Emit their own light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Clouds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Clouds usually look white, not blue, because their water droplets: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Absorb all blue 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Scatter all colours of light about equally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 only white paint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Emit their own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Cloud droplets are much larger than air molecules, so they scatter every colour by roughly the same amount. The mixture of all colours scattered together looks white.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Light Tells a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The same scattering that paints the sky blue sets it ablaze at sunset — physics you can watch every evening.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