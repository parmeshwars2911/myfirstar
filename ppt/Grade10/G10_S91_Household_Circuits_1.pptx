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idea: transmit at high voltage to keep current (and I²R losses) low, then step down for safe domestic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path inside the house: meter → main switch/fuse → distribution board → individual circuits.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big ideas: parallel connection (full voltage, independent), and switches/fuses in the LIVE wire for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Fuse = deliberate weak link in the live wire. It melts on overload, cutting the live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MCBs are the modern replacement for fuses: automatic, reusable, still in the live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Drive home the rule. A fuse/switch in the neutral would still leave the appliance live and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 switch's job and why it sits in the live wire, leading into the two-way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staircase wiring conceptually: either switch toggles the light because each offers two alternative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Relatable examples of two-way switching. Ask students where they have seen staircase switches.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live-wire safety rule is the key takeaway.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Power to Your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Transmission &amp; distribution  •  House wiring  •  Fuses  •  Switches &amp; dual control</a:t>
            </a:r>
          </a:p>
        </p:txBody>
      </p:sp>
      <p:pic>
        <p:nvPicPr>
          <p:cNvPr id="7" name="Picture 6" descr="g10_hous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power reaches a house from the generating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Outline the wiring of a house from the supply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purpose and action of a fuse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a fuse is placed in the live wire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role of switches in a circuit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a staircase (two-way) dual-control switch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From Station to Socket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electricity is delivered and distributed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TRANSMISSION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From the Station</a:t>
            </a:r>
          </a:p>
        </p:txBody>
      </p:sp>
      <p:pic>
        <p:nvPicPr>
          <p:cNvPr id="6" name="Picture 5" descr="g10hc_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68880"/>
            <a:ext cx="566928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17550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High-voltage transmission cuts energy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Step up, then step 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Electricity is generated at a power station at a moderate voltage.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step-up transformer raises it to a very high voltage for transmission.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High voltage means low current, so less energy is wasted as heat in the cables.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Near towns, step-down transformers lower the voltage to a safe level for homes (about 230 V).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Distribution to a 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From the meter to the rooms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Mains supply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Two wires reach the house: live (at 230 V) and neutral (near 0 V).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Electricity meter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Records the energy used, in kilowatt-hours (units).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Main fuse &amp; switch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Protect and isolate the whole house supply.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Distribution board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Splits the supply into separate circuits for lights, sockets,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HOUSE WIRING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House Is Wired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Parallel circuits, three wires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Separate circuits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Lights and power sockets are on their own circuits so a fault in one does not kill the others.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Everything in parallel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Appliances are connected in parallel, so each gets the full 230 V and its own switch.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Live, neutral, earth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Three wires run to each socket — live, neutral and earth.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Switches in the live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Switches are placed in the live wire so that a switched-off appliance is truly safe.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THE FUSE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Fuse — a Safety Weak 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fuse is a short piece of thin wire that melts and breaks the circuit if the current becomes dangerously large.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Fuse rating  &gt;  normal current,  but limits faults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made of a metal with a low melting point.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connected in the LIVE wire, so a blown fuse isolates the appliance from the live supply.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Without it, an overload could overheat the wiring and start a fire.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MCB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Modern Alternative: MCB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Miniature Circuit Breaker — an automatic switch that trips off when the current is too large.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Reusable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Unlike a fuse, it is simply switched back on after the fault is fixed — no wire to replace.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Fast acting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breaks the circuit quickly on an overload or short circuit.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the live wire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Like a fuse, it is connected in the live wire of the circuit.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WHY LIVE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the Fuse &amp; Switch Go in the Live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Fuse in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When it blows, the appliance is cut off from the dangerous live voltage.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Fuse in neutral?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Would stop the current, but the appliance would still be connected to the live wire — unsafe.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Switch in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'off' switch then truly disconnects the live supply.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oo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Golden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Anything that breaks the circuit for safety goes in the live wire.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High Voltage?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Electricity is transmitted over long distances at very high voltage mainly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the wires glow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 the current and so cut energy lost as heat in the cables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it safer to touch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High Voltage?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Electricity is transmitted over long distances at very high voltage mainly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the wires glow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Reduce the current and so cut energy lost as heat in the cables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it safer to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Power lost in a cable is I²R. Sending power at high voltage means a smaller current for the same power, so far less energy is wasted heating the long transmission lines.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Fuse Placement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fuse is always placed in the live wire rather than the neutral wire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live wire is thicker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blown fuse then disconnects the appliance from the live supply, making it safe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Neutral wires cannot melt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looks neater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Fuse Placement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fuse is always placed in the live wire rather than the neutral wire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live wire is thicker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blown fuse then disconnects the appliance from the live supply, making it safe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Neutral wires cannot melt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looks neater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If the fuse were in the neutral, a blown fuse would stop the current but leave the appliance still joined to the live wire — a shock hazard. In the live wire, a blown fuse makes it safe.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All in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Home appliances are connected in parallel so that each one: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Shares the voltage with the others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Receives the full mains voltage and can be switched separately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Carries the same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the same resistance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All in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Home appliances are connected in parallel so that each one: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Shares the voltage with the others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Receives the full mains voltage and can be switched separately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Carries the same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the same resistance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Parallel connection puts the full 230 V across every appliance and gives each its own switch, so they work independently of one another.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Choosing a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230 V appliance normally draws 3 A. The most suitable fuse for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1 A fuse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2 A fuse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5 A fuse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30 A fuse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Choosing a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230 V appliance normally draws 3 A. The most suitable fuse for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1 A fuse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2 A fuse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5 A fuse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30 A fuse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fuse must be just above the normal current so it carries 3 A safely but blows on a fault. A 5 A fuse fits; 1–2 A would blow in normal use and 30 A would never protect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Switches &amp; Dual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Controlling lights from more than one place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SWITCHES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Switches in a Circuit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Make or break the circuit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Job of a switch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To make (close) or break (open) a circuit, turning an appliance on or off.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 the live wire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Placed in the live wire so the appliance is isolated from the live supply when off.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One-way switch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simple on/off switch controlling a light from a single point.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Need for two-way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Staircases and long corridors need control from two places.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DUAL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Two-Way (Staircase) Switches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Two two-way switches let a single light be turned on or off from two different places — like the top and bottom of a staircase.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switch can connect the live wire through one of two paths.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Changing either switch makes or breaks the complete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light's state can be flipped from either location.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EVERYDAY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Dual Control Helps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Staircases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 the light on going up, off at the top.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Long corridors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Control from both ends.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Bedrooms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switch at the door and one by the bed.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Big halls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Several entrances, each with control of the lights.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Transmission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step up to high voltage to cut I²R losses, then step down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Distribution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meter → main switch/fuse → distribution board → circuits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House wiring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appliances in parallel; live, neutral, earth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Fuse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thin low-melting wire in the live; melts on overload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Live-wire rule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fuses and switches go in the live wire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Two-way switch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control one light from two places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Wiring &amp; Switches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Switch Off, Still Live?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lamp is switched off, but its switch was wrongly fitted in the neutral wire. The lamp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Completely safe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Off, but its live wire is still connected, so it is a shock hazard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Still glowing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Switch Off, Still Live?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lamp is switched off, but its switch was wrongly fitted in the neutral wire. The lamp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Completely safe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Off, but its live wire is still connected, so it is a shock hazard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Still glowing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switch in the neutral can turn the lamp off, but the lamp stays joined to the live wire. Anyone touching a fault could get a shock. That is why switches go in the live wire.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Overload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Too many high-power appliances are plugged into one circuit. The most likely result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voltage rises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current rises and the fuse blows (or the wiring overheats)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appliances speed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Nothing happens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Overload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Too many high-power appliances are plugged into one circuit. The most likely result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voltage rises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current rises and the fuse blows (or the wiring overheats)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appliances speed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Nothing happens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Each appliance adds to the current in the shared wire. The total can exceed the safe limit, melting the fuse (its job) before the wiring overheats and causes a fire.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Staircase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single light controlled from both the top and bottom of a staircase uses: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ordinary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two-way (dual-control) switches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fuse at each 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switch at all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Staircase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single light controlled from both the top and bottom of a staircase uses: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One ordinary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Two two-way (dual-control) switches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fuse at each 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switch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Two-way switches at each end let either one make or break the circuit, so the light can be toggled from the top or the bottom of the stairs.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Meter Reads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electricity meter in a house measures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Voltage of the supply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Current drawn at that instant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Energy used, in kilowatt-hours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Resistance of the wiring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Meter Reads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electricity meter in a house measures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Voltage of the supply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Current drawn at that instant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Energy used, in kilowatt-hours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Resistance of the wiring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meter totals the electrical energy consumed over time, in kilowatt-hours (units). The bill is the number of units times the price per unit.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Lights vs Sockets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are the lights and the power sockets of a house put on separate circuits?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use more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 a fault or overload in one does not switch off the other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save voltage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Because lights need no current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Lights vs Sockets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are the lights and the power sockets of a house put on separate circuits?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use more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 a fault or overload in one does not switch off the other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save voltage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Because lights need no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Separate circuits (with their own fuses) mean a problem in the socket circuit will not plunge the lights into darkness, and each can be rated for its expected current.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Electricity, Delivered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distant turbine to your bedside lamp — transformers, fuses and careful wiring keep the power flowing safely.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