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Survey the effects of heat: temperature rise, expansion, change of state. These set up the rest of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molecular model: heat = faster particle motion. Arrangement differs across the three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reversible changes of state. Taking in heat moves toward gas; giving out heat moves toward solid.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common confusion: heat is energy (joules); temperature is how hot (°C). More mass at the same temperature holds more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Evaporation: surface only, any temperature, fast molecules escape, causing cooling.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Boiling: throughout the liquid, at a fixed temperature, with bubbles. Temperature is constant during boiling.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comparison — a very common exam table. Surface vs throughout, any temp vs fixed, slow vs bubbling.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Factors that speed evaporation — useful for explaining drying clothes and puddles.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cooling by evaporation — links the science to everyday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evaporation-vs-boiling comparison is the key exam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8 •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Heat, Molecules &amp; Change of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Effects of heat  •  Molecular motion  •  Evaporation  •  Boiling</a:t>
            </a:r>
          </a:p>
        </p:txBody>
      </p:sp>
      <p:pic>
        <p:nvPicPr>
          <p:cNvPr id="7" name="Picture 6" descr="g8_hea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effects of heat on a body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heat affects molecular 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a liquid changes into vapour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evaporation using molecular motion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boiling and explain it by molecular motion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evaporation from boiling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Heat &amp; Molecular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heat does to the particles of matter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Effects of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Rise in 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Heating usually makes a body hotter.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Most substances expand on heating.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Change of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 can melt a solid or boil a liquid.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Other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 can also speed up reactions and cause chemical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MOLECULAR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and Molecular Motion</a:t>
            </a:r>
          </a:p>
        </p:txBody>
      </p:sp>
      <p:pic>
        <p:nvPicPr>
          <p:cNvPr id="6" name="Picture 5" descr="g8ht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42316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22122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Solid, liquid and gas particle arrangements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Faster particles = hotter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All matter is made of tiny moving particles.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 solid they vibrate in fixed positions; in a liquid they slide past each other; in a gas they fly about freely.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Heating gives the particles more energy, so they move faster.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faster motion is what we measure as a higher temperature.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CHANGE OF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Three Changes of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r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solid takes in heat and becomes a liquid (ice → water).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r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Boiling / Evaporation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liquid takes in heat and becomes a vapour (water → steam).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Condensation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vapour gives out heat and becomes a liquid (steam → water).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Freezing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liquid gives out heat and becomes a solid (water → ice).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HEAT VS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is Not the Same as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Energy vs hotness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form of energy that flows from a hotter body to a cooler one.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Temperature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How hot or cold a body is — it decides the direction of heat flow.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Different things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bucket of warm water holds more heat than a cup at the same temperature.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Units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is measured in joules; temperature in degrees Celsius.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EVAPORATION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Evaporation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A surface phenomenon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What it is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slow change of a liquid into vapour from its surface.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At any temperature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happens at all temperatures, not just at boiling point.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Molecular view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faster surface molecules escape into the air as vapour.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Cooling effect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Because the fastest molecules leave, the liquid left behind cools 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BOILING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Boiling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Throughout the liquid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What it is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rapid change of a liquid into vapour throughout the liquid.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Fixed temperature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It occurs at a definite temperature, the boiling point.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Molecular view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Enough heat makes molecules everywhere break free and form bubbles of vapour.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Constant while boiling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temperature stays the same while the liquid boils.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Hotter Particles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a substance is heated, its particles begin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Move more slowly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Move faster and with more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Stop moving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Disappear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Hotter Particles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a substance is heated, its particles begin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Move more slowly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Move faster and with more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Stop moving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Disappear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Heating gives particles more energy, so they vibrate or move faster. This increased motion is what a higher temperature measures.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Wet Cloth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wet cloth left in the breeze dries because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Evaporation from its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Condensation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Wet Cloth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wet cloth left in the breeze dries because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Boiling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Evaporation from its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Melting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Condensation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Water molecules at the cloth's surface escape into the air as vapour, even at ordinary temperature. This is evaporation, which needs no boiling.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Cooling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Sweating cools our body because, as sweat evaporates,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Adds heat to the skin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Takes heat from the skin as the fastest molecules escape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Freezes the skin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no effect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Cooling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Sweating cools our body because, as sweat evaporates,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Adds heat to the skin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Takes heat from the skin as the fastest molecules escape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Freezes the skin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Has no effect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When sweat evaporates, its most energetic molecules leave, carrying energy away. The skin loses heat and feels cooler — evaporation causes cooling.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During Boiling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While a pan of water is boiling steadily, its temperature: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Keeps rising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constant at the boiling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Doubles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During Boiling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While a pan of water is boiling steadily, its temperature: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Keeps rising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Stays constant at the boiling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Falls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Doubles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Once boiling begins, the added heat goes into turning water into steam rather than raising the temperature, so the thermometer holds steady at the boiling point.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Evaporation vs Boiling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Two ways a liquid becomes vapour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Evaporation Compared With Boiling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Evaporation is only at the surface; boiling is throughout the liquid.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ermomet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Evaporation at any temperature; boiling at a fixed boiling 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Evaporation is slow and quiet; boiling is fast with bubbles.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Evaporation cools the liquid; boiling needs continuous heating.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FASTER EVAPORATION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Speeds Up Evaporation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Higher 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Warmer liquid evaporates faster.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Larger surface 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Spreading a liquid out makes it evaporate quicker.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Moving air / wind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breeze carries vapour away, speeding evaporation.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Lower humidity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Dry air takes up vapour faster than damp air.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COOLING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Cooling by Evaporation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Sweating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Evaporating sweat draws heat from the skin and cools the body.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Earthen 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Water seeping through the pores evaporates and keeps the water inside cool.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Desert coolers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fan blows air over wet pads; evaporation cools the room.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Spirit on skin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Spirit evaporates very fast, feeling cold as it takes heat from the hand.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Effects of heat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temperature rise, expansion, change of state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Molecular motion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heating makes particles move faster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Evaporation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surface, any temperature, causes cooling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Boiling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throughout, fixed temperature, with bubbles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Differences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surface vs throughout; any temp vs fixed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Faster evaporation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heat, area, wind, dry air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Evaporation &amp; Boiling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Dry Faster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Clothes on a washing line dry fastest on a day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 and still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Warm and windy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Cold and damp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Warm and humid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Dry Faster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Clothes on a washing line dry fastest on a day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Cold and still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Warm and windy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Cold and damp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Warm and humid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Warmth gives the water molecules more energy to escape, and wind carries the vapour away. Both speed up evaporation, so clothes dry quickest on a warm, breezy day.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Surface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process happens ONLY at the surface of a liquid?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Neither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Surface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process happens ONLY at the surface of a liquid?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Boiling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Evaporation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Neither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Evaporation occurs only at the exposed surface of a liquid. Boiling, by contrast, happens throughout the whole liquid with bubbles forming inside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Earthen Pot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stays cool in an earthen pot because water seeping through the pores: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Evaporates, taking heat from the water inside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Freezes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Heats up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Earthen Pot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Water stays cool in an earthen pot because water seeping through the pores: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Evaporates, taking heat from the water inside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Freezes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Heats 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Water that oozes to the outside of the porous pot evaporates, drawing heat from the water within. This cooling keeps the stored water refreshingly cool.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Bubbles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bubbles that rise through a liquid during boiling are made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Vapour of the liquid itself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Bubbles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bubbles that rise through a liquid during boiling are made of: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Vapour of the liquid itself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During boiling the liquid turns to vapour throughout, forming bubbles of its own vapour that rise and burst at the surface.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Spread It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puddle of water spread thinly over a wide area evaporates faster mainly because of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Smaller surface area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 surface area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Lower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depth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Spread It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puddle of water spread thinly over a wide area evaporates faster mainly because of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Smaller surface area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Larger surface area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Lower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depth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bigger surface lets more molecules escape at once, so a thin, wide puddle evaporates faster than the same water in a deep, narrow container.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Heat on the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speeds up the tiny particles of matter — enough to set them free as vapour, whether slowly or in a rolling boil.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