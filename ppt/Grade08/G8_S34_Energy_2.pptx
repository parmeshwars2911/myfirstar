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 = mgh. Larger mass or greater height stores more energy. It equals the work done lifting the body.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 substitution into PE = mgh. Reinforce the units give joules.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 = ½mv². The speed-squared dependence is important: double the speed, quadruple the 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falling body converts PE to KE. The total mechanical energy stays the same — energy is conserved.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Survey the forms of energy. Students should be able to name several and recognise them in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device transforms one form of energy into others. Trace the chain for each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conservation law: energy is only transformed, never created or destroyed. Some always ends up as heat.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Energy sources: the Sun is ultimate; renewables (clean, replenished) vs non-renewables (finite fossil fuels). Conserve and shift to renewables.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PE = mgh, KE = ½mv² and conservation are the key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8 •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Kinetic Energy &amp; Its 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Gravitational PE  •  Kinetic energy  •  PE → KE  •  Forms &amp; transformations</a:t>
            </a:r>
          </a:p>
        </p:txBody>
      </p:sp>
      <p:pic>
        <p:nvPicPr>
          <p:cNvPr id="7" name="Picture 6" descr="g8_energy2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the expression for gravitational potential energy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kinetic energy and what it depends 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conversion of potential energy into kinetic 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Recall the different forms of energy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Give examples of energy transformations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that energy is conserved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Gravitational PE &amp; Kinetic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Energy of height and energy of motion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GRAVITATIONAL 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Gravitational Potential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potential energy of a raised body equals the work done in lifting it to that height.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PE  =  m g h   (mass × gravity × height)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 = mass (kg), g = 10 m/s², h = height (m).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PE increases with both mass and height.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the energy stored by lifting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Potential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Find the potential energy gained by a 4 kg block raised to a height of 3 m. (g = 10 m/s²)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PE = m g h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PE = 4 × 10 × 3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PE = 120 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Potential energy = 120 J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KINETIC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Kinetic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Kinetic energy is the energy a body has because of its motion.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KE  =  ½ m v²   (half × mass × speed²)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KE depends on the mass and on the square of the speed.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Doubling the speed gives four times the kinetic energy.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moving body can do work — a hammer drives a nail.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PE → 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Conversion of PE into KE</a:t>
            </a:r>
          </a:p>
        </p:txBody>
      </p:sp>
      <p:pic>
        <p:nvPicPr>
          <p:cNvPr id="6" name="Picture 5" descr="g8en_pendulu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2057400"/>
            <a:ext cx="530352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65215" y="558698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PE at the top becomes KE at the bottom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Falling turns PE into 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Lift a ball: you give it potential energy.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Let it fall: the PE converts into kinetic energy as it speeds up.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At the moment it lands, almost all the PE has become KE.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pendulum swaps PE and KE back and forth on every swing.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PE Calculation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2 kg object is lifted 5 m. Its gravitational potential energy is (g = 10 m/s²):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 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100 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50 J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PE Calculation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2 kg object is lifted 5 m. Its gravitational potential energy is (g = 10 m/s²):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10 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100 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20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50 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PE = mgh = 2 × 10 × 5 = 100 J. Multiply mass, g and height.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Double the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a car's speed doubles, its kinetic energy becomes: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Double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Half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Four times as great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Unchanged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Double the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a car's speed doubles, its kinetic energy becomes: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Double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Half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Four times as great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Unchanged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KE = ½mv² depends on the square of the speed. Doubling v multiplies the kinetic energy by 2² = 4 — which is why high speed is so dangerous in a crash.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Falling Ball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As a ball falls from a height, its potential energy: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converted into kinetic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Disappears completely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Falling Ball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As a ball falls from a height, its potential energy: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Is converted into kinetic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Stays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Disappears completely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As the ball falls it loses height (PE) and gains speed (KE). The potential energy is steadily converted into kinetic energy, the total staying the same.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Heaviest Hit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moving object has the most kinetic energy?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light ball moving slowly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heavy ball moving slowly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heavy ball moving fast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light ball at rest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Heaviest Hit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moving object has the most kinetic energy?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light ball moving slowly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heavy ball moving slowly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heavy ball moving fast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light ball at rest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Kinetic energy grows with both mass and the square of speed. A heavy ball moving fast has the largest of both, so it carries the most kinetic energy.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Top of the Swing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At the highest point of a pendulum's swing, its kinetic energy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Maximum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Equal to its potential energy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Negative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Top of the Swing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At the highest point of a pendulum's swing, its kinetic energy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Maximum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Equal to its potential energy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Negative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At the top of the swing the bob is momentarily at rest before swinging back, so its speed — and therefore its kinetic energy — is zero. All its energy is potential there.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Forms &amp; Transformations of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Energy comes in many forms and changes between them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Different Forms of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Mechanical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Kinetic and potential energy of moving or raised bodies.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a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Heat &amp; 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Thermal energy and the energy carried by light.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oun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Sound &amp; electrical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Energy of vibrations, and energy carried by currents.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Chemical &amp; nuclear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Stored in fuels and food, and in the nuclei of atoms.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TRANSFORMATIONS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Energy Transformations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Torch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Chemical (cell) → electrical → light and heat.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Loudspeaker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Electrical → sound.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r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Falling water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Potential → kinetic → electrical (in a dam).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Our bodies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Chemical energy in food → movement and heat.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CONSERVATION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Energy Is Conserved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Energy can be transformed from one form to another, but it can never be created or destroyed.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Total energy always stays the same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the law of conservation of energy.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any change, the energy is only converted, not lost.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Some energy usually becomes heat, which spreads out.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Sources of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un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Sun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ultimate source of almost all energy on Earth.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Renewable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Replenished naturally and clean — solar, wind, water (hydro) and biomass.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Non-renewable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Finite and polluting — coal, petroleum and natural gas (the fossil fuels).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arg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Use wisely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Save energy and prefer renewables, since fossil fuels will run out.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Gravitational PE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PE = m g h; grows with mass and height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Kinetic energy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KE = ½ m v²; grows with the square of speed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PE → KE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falling body converts PE into KE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Forms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mechanical, heat, light, sound, electrical, chemical, nuclear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Transformations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devices change one form into others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Conservation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energy is never created or destroyed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KE &amp; Transformations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KE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2 kg ball moves at 3 m/s. Its kinetic energy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 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 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9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18 J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KE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2 kg ball moves at 3 m/s. Its kinetic energy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 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6 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9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18 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KE = ½ m v² = ½ × 2 × 3² = ½ × 2 × 9 = 9 J. Remember to square the speed first.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Hydroelectric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hydroelectric dam, the main energy transformation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 → 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Potential → kinetic → electrical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Sound → electrical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Chemical → nuclear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Hydroelectric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hydroelectric dam, the main energy transformation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Heat → 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Potential → kinetic → electrical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Sound → electrical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Chemical → nuclear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Water stored high up has potential energy. Falling, it gains kinetic energy, which spins turbines and generators to produce electrical energy.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Energy Lost?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bouncing ball rises a little less after each bounce. The 'lost' energy has mainly become: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Destroyed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 and sound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Chemical energy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Energy Lost?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bouncing ball rises a little less after each bounce. The 'lost' energy has mainly become: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Destroyed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Heat and sound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Chemical energy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Energy is conserved, not destroyed. At each bounce some mechanical energy is converted into heat (from the impact) and sound, so less is left to lift the ball.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Conservation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law of conservation of energy states that energy can be: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Created but not destroyed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Destroyed but not created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Transformed but neither created nor destroyed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Both created and destroyed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Conservation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law of conservation of energy states that energy can be: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Created but not destroyed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Destroyed but not created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Transformed but neither created nor destroyed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Both created and destroyed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Energy only changes form. The total amount in a closed system stays constant — it is never made from nothing or lost to nothing.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In a Torch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sequence of energy changes in a working torch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 → electrical → chemical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Chemical → electrical → light and heat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Electrical → chemical → sound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 → light → chemical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In a Torch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sequence of energy changes in a working torch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Light → electrical → chemical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Chemical → electrical → light and heat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Electrical → chemical → sound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Heat → light → chemical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cell's chemical energy becomes electrical energy, which the bulb converts into light (and some heat) — a chain of transformations with energy conserved.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Energy Never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a falling apple to a power station, energy only changes form — the grand bookkeeping of the universe always balances.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