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Molecular explanation of expansion. Order: gases &gt; liquids &gt; solids for the same temperature 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expansion of solids; the bimetallic strip (unequal expansion) is the key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Solids can expand in length, area or volume. All three arise from the same molecular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allows for solid expansion: rail gaps, bridge joints, loose wires, shrink-fitting.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Liquids (thermometers) expand more than solids; gases (hot-air balloon) expand the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Heating lowers density (same mass, bigger volume). Warm fluid rises — the basis of convection.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Expansion is both useful (shrink-fitting, riveting, thermostats) and a hazard to design around (bridges, rails).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Density-temperature effects: hot-air balloon, sea breeze, convection. Warm = less dense = 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Anomalous expansion of water: densest at 4 °C, expands below that, ice floats. Important for aquatic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order of expansion and density-temperature link are the key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8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Thermal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Expansion of solids, liquids &amp; gases  •  Linear expansion  •  Density &amp; temperature</a:t>
            </a:r>
          </a:p>
        </p:txBody>
      </p:sp>
      <p:pic>
        <p:nvPicPr>
          <p:cNvPr id="7" name="Picture 6" descr="g8_hea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thermal expansion using molecular 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expansion of solids and linear expansion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expansion of liquids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expansion of gases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density changes with temperature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everyday applications of thermal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Expansion of Solids, Liquids &amp; Gases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things grow when heated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WHY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Substances Expand on Heating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Heating makes the particles of a substance vibrate or move more, so they push a little further apart and the substance expands.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More heat → more energetic particles → greater spacing.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Gases expand the most, then liquids, then solids.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On cooling, the particles slow and the substance contracts.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SOLIDS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Expansion of Solids (Linear Expansion)</a:t>
            </a:r>
          </a:p>
        </p:txBody>
      </p:sp>
      <p:pic>
        <p:nvPicPr>
          <p:cNvPr id="6" name="Picture 5" descr="g8ht_bim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42316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2212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Unequal expansion makes the strip bend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bimetallic strip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solid rod gets a little longer when heated — linear expansion.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Different metals expand by different amounts.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bimetallic strip uses this: two metals bonded together bend when heated.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Bimetallic strips switch thermostats on and 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THREE 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Solids Expand in Three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Length, area and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Linear (length)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rod or wire gets longer — the simplest case to picture.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Superficial (area)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sheet or plate grows in length and breadth, so its area increases.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Cubical (volume)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block expands in all three directions, so its volume increases.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Same cause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All three come from the particles vibrating more and pushing apart on heating.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ALLOWING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Allowing for Expansion of Solids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Railway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Gaps are left between rails so they can expand on hot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Bridges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Built with expansion joints and rollers at one 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Overhead wires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Strung loosely so they do not snap when they contract in winter.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Fitting rims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hot iron rim is slipped onto a wheel, then cooled to grip tightly.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LIQUIDS &amp; 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Expansion of Liquids and Gases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Liquids expand more, gases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Liquids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Expand more than solids for the same temperature rise — used in thermometers.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Thermometer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Mercury or coloured alcohol rises up the tube as it expands.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Gases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Expand the most of all, and by a large amount.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Hot-air balloon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Heated air expands, becomes lighter, and the balloon rises.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Expands Most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the same rise in temperature, which expands the most?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equally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Expands Most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the same rise in temperature, which expands the most?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All equally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Gases expand far more than liquids, and liquids more than solids, because gas particles are free to move much further apart when heated.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Gaps?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Gaps are left between railway rails so that on a hot day they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 without buckling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Conduct better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cool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Gaps?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Gaps are left between railway rails so that on a hot day they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 without buckling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Conduct better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cool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Heated metal rails lengthen. The gaps give them room to expand; without them the rails would press together and buckle out of shape.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Thermometer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liquid-in-glass thermometer works because the liquid: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Boils as it warms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and rises up the tube as it warms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Thermometer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liquid-in-glass thermometer works because the liquid: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Boils as it warms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Expands and rises up the tube as it warms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Changes 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Freezes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 the temperature rises, the mercury or alcohol expands and moves further up the narrow tube. The height of the column shows the temperature.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Bimetallic Bend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bimetallic strip bends on heating because its two metals have different: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Amounts of 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Melting points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Bimetallic Bend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bimetallic strip bends on heating because its two metals have different: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Amounts of 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Melting 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two bonded metals expand unequally for the same heating. The one that expands more forces the strip to curve — used to switch thermostats.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Density and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heating changes density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Density Changes With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a substance is heated it expands, so the same mass now fills a larger volume — its density falls.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Density = mass / volume   (mass fixed, volume up → density down)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expands the substance, lowering its density.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warmer, less dense part tends to rise.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Cooling does the reverse: volume shrinks, density rises.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USES &amp;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Expansion Helps and Where It Harms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Shrink 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hot metal ring slips onto a wheel, then grips tightly as it cools and contracts.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Riveting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red-hot rivet is hammered in; on cooling it shrinks and pulls the plates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Thermostats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bimetallic strip bends with temperature to switch a heater or iron on and off.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Care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Bridges, rails and pipelines must leave room, or expansion can buckle and crack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Density Changes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Hot-air balloon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Heated air inside is less dense than the cool air outside, so the balloon floats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Sea breeze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Warm, less dense air over land rises and cooler air flows in from the sea.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Convection currents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 fluid rises and cool fluid sinks, carrying heat around.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Smoke rises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Hot, low-density smoke and gases rise above the fire.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UNUSUAL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Unusual Behaviour of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Most liquids shrink steadily as they cool, but water behaves strangely between 4 °C and 0 °C — it expands instead of contracting.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Water is densest at about 4 °C.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Cooled below 4 °C it expands, and on freezing it expands further.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ice is less dense than water and floats — letting fish survive under a frozen surface.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expand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heated particles push further apart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Order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gases expand most, then liquids, then solids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Solids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linear expansion; allow gaps in rails and bridges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Bimetallic strip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unequal expansion bends it (thermostats)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Liquids &amp; gases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thermometers and hot-air balloons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Density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heating lowers density, so warm fluid rises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Expansion &amp; 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Balloon 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hot-air balloon rises because the heated air inside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Heavier than the outside 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dense than the cooler outside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higher pressure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Balloon 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hot-air balloon rises because the heated air inside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Heavier than the outside 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Less dense than the cooler outside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higher pressure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Solid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Heating expands the air inside, lowering its density. Being lighter than the surrounding cool air, the balloon experiences an upthrust and floats upward.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Density Falls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 fixed mass of metal is heated, its density: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Becomes zero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Density Falls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 fixed mass of metal is heated, its density: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Decreases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Becomes 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metal expands, so the same mass now occupies a larger volume. Since density = mass/volume, a bigger volume means a lower density.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Tight 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tight metal lid on a glass jar loosens when run under hot water because the metal: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Shrinks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more than the glass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Gets heavier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Tight 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tight metal lid on a glass jar loosens when run under hot water because the metal: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Shrinks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Expands more than the glass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Gets heavier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Metal expands more than glass for the same heating. The warmed lid grows slightly larger than the jar's neck, so it loosens and turns easily.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Warm 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room, the warm air near a heater tends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Sink to the floor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Rise toward the ceiling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 into a solid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Warm 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room, the warm air near a heater tends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Sink to the floor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Rise toward the ceiling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 into a solid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Warm air is less dense than the surrounding cooler air, so it rises. Cooler air sinks to replace it, setting up a convection current that spreads the heat.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Best Thermometer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liquid is suitable for a thermometer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Does not expand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Expands noticeably and evenly with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solid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coloured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Best Thermometer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liquid is suitable for a thermometer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Does not expand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Expands noticeably and evenly with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 solid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coloured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thermometer liquid must expand by a clear, regular amount as the temperature rises, so its level gives an accurate reading. Mercury and alcohol do this well.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Everything Expands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pushes particles apart — lengthening rails, lifting balloons and stirring the air into 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