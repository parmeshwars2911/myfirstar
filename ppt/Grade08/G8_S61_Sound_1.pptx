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idea: sound is produced by vibrating bodies. Demonstrations: throat, tuning fork, drum, bell. Stop the vibration → stop the sound.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Sound is a mechanical wave: it needs a medium. Particles pass the disturbance along without travelling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Bell-jar experiment proves sound needs a medium: remove the air and the sound fades to nothing, even though the bell still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Longitudinal wave: particle motion is parallel to the direction of travel. Compressions (crowded) and rarefactions (spread out) alternate.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Sound travels through all three states of matter. Solids carry it best because their particles are closely packed.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represent the longitudinal sound wave as a curve so wavelength and amplitude are easy to mark. Remind students it is only a representation.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Speed of sound: fastest in solids, slowest in gases, ~340 m/s in air. Far slower than light — hence the lightning-then-thunder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Reflection of sound gives an echo. A distinct echo needs a distant surface. Used in depth-sounding and locating underwater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Everyday roles of sound: communication, music, warnings and sonar. Connects the physics to students'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 of production, the need for a medium, the longitudinal nature and the speed of sound.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8 •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How Sound is Made &amp; Travels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Vibrations  •  A medium to travel  •  Longitudinal waves  •  Picturing a wave</a:t>
            </a:r>
          </a:p>
        </p:txBody>
      </p:sp>
      <p:pic>
        <p:nvPicPr>
          <p:cNvPr id="7" name="Picture 6" descr="g8snd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that sound is produced by vibrating bodies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Show that sound needs a material medium to travel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why sound cannot travel through a vacuum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 sound wave as a longitudinal wave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Identify compressions and rarefactions in a sound wave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Represent a wave and compare speeds of sound in different media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Producing &amp; Carrying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Vibrations and the medium they travel through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Comes From Vibrations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Vibration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rapid to-and-fro motion of a body is called vibration.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Every sound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plucked string, a struck drum, a ringing bell — all are vibrating.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Feel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Touch your throat while you speak — the vibrating vocal cords can be felt.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Stop the vibration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Hold a struck tuning fork or bell and the sound dies at once.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A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Needs a Material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Sound cannot travel on its own — it needs particles of a solid, liquid or gas to pass the vibration along.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vibrating source pushes the particles next to it, which push the next, and so on.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disturbance travels outward, but the particles only move to and fro about their places.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Solids carry sound best, then liquids, then gases.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NO VACUUM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There Is No Sound in a Vacuum</a:t>
            </a:r>
          </a:p>
        </p:txBody>
      </p:sp>
      <p:pic>
        <p:nvPicPr>
          <p:cNvPr id="6" name="Picture 5" descr="g8snd_wave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42316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22122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No medium, no sound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The bell-jar experiment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vacuum has no particles to carry the vibration.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the classic bell-jar experiment, an electric bell rings inside a jar.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As the air is pumped out, the sound grows fainter and fainter.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the jar is nearly empty, the bell is seen striking but is no longer heard.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LONGITUDINAL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Sound Wave is a Longitudinal Wave</a:t>
            </a:r>
          </a:p>
        </p:txBody>
      </p:sp>
      <p:pic>
        <p:nvPicPr>
          <p:cNvPr id="6" name="Picture 5" descr="g8snd_l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2423160"/>
            <a:ext cx="56692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99455" y="522122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Particles vibrate along the direction of travel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Compressions &amp; rarefactions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particles vibrate back and forth along the same direction the sound travels.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Where particles crowd together we get a compression (high pressure).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Where they spread apart we get a rarefaction (low pressure).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sound wave is a moving pattern of compressions and rarefactions.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MANY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Through Solids, Liquids and Gases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Through 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We hear most everyday sounds carried to us by the air.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o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Through 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swimmer underwater can hear sounds; whales call across the sea.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Through solids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Put an ear to a desk and a gentle tap at the far end is heard clearly.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it differs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Closely packed particles in solids pass the vibration on best, gases the least.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Silent Bell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electric bell rings inside a glass jar. As the air is slowly pumped out, the sound: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Grows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Fades until it can no longer be heard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Turns into an echo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Silent Bell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electric bell rings inside a glass jar. As the air is slowly pumped out, the sound: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Grows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Fades until it can no longer be heard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Turns into an echo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Sound needs particles to travel. As the air is removed there are fewer particles to carry the vibration, so the sound fades — even though the bell is still seen striking.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Source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Every source of sound has one thing in common —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Glowing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Heavy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Source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Every source of sound has one thing in common —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Vibrating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Glowing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Heavy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Whether it is a string, a drum skin or vocal cords, a body must vibrate to make sound. Stop the vibration and the sound stops instantly.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Particle 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sound wave travelling through air, the air particles: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 all the way with the 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Vibrate to and fro about fixed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perfectly still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Move at right angles to the wave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Particle Motion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sound wave travelling through air, the air particles: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Travel all the way with the sound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Vibrate to and fro about fixed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 perfectly still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Move at right angles to the wave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disturbance moves forward, but each particle only swings back and forth about its own place, passing the energy to the next particle. That is why it is a longitudinal wave.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Best Carrier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Through which medium does sound usually travel fastest?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Vacuum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Best Carrier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Through which medium does sound usually travel fastest?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Steel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Vacuum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Particles in a solid are packed tightly and pass vibrations on quickly, so sound travels fastest in solids like steel, slower in liquids, and slowest in gases.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Picturing &amp; Speeding Sound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Representing a wave and how fast it moves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Representing a Wave</a:t>
            </a:r>
          </a:p>
        </p:txBody>
      </p:sp>
      <p:pic>
        <p:nvPicPr>
          <p:cNvPr id="6" name="Picture 5" descr="g8snd_wave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2423160"/>
            <a:ext cx="56692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99455" y="522122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Crest = compression, trough = rarefaction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A wave on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sound wave is hard to draw, so we picture it as a smooth curve.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crests stand for compressions and the troughs for rarefactions.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makes it easy to mark the wavelength and amplitude.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curve is only a picture — the real sound is still a longitudinal wave.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Speed of Sound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Depends on the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Sound travels at different speeds in solids, liquids and gases.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Fastest in solids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Tightly packed particles pass on the vibration quickly.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 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About 330–340 m/s at ordinary temperature.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Much slower than 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We see lightning before we hear the thunder, though both start together.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Reflection of Sound — the Echo</a:t>
            </a:r>
          </a:p>
        </p:txBody>
      </p:sp>
      <p:pic>
        <p:nvPicPr>
          <p:cNvPr id="6" name="Picture 5" descr="g8snd_ec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423160"/>
            <a:ext cx="54864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22122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reflected sound returns to the listener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A4C93"/>
                </a:solidFill>
                <a:latin typeface="Calibri"/>
              </a:rPr>
              <a:t>Sound that comes 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 bounces off a hard surface just as a ball bounces off a wall.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reflected sound heard separately from the original is called an echo.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hear a distinct echo only if the reflecting surface is far enough away.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6A4C93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Echoes are used to find the depth of the sea and to locate objects under water.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EVERYDAY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oun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Talking &amp; music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Vocal cords and instruments turn vibrations into the sounds we share.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Telephones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Speech is changed to signals, sent far away, then turned back into sound.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Horns, bells and sirens use loud sound to alert 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Finding things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Ships use reflected sound (sonar) to measure depth and spot objects.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Production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 is made by vibrating bodies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Medium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sound needs particles — solid, liquid or gas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Vacuum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no particles, so no sound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Longitudinal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compressions and rarefactions along the travel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Representation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drawn as a curve: crest = compression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Speed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fastest in solids, ~340 m/s in air, slower than light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Producing &amp; Carrying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Thunder Delay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We see a flash of lightning several seconds before we hear the thunder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is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Light travels much faster than 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 is blocked by clouds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Thunder starts later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Thunder Delay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We see a flash of lightning several seconds before we hear the thunder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Light is louder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Light travels much faster than 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Sound is blocked by clouds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Thunder starts later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Light reaches us almost instantly, while sound crawls along at about 340 m/s. Both begin together, but the sound arrives noticeably later, giving the delay.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Crowded Particles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region of a sound wave where the air particles are crowded together is called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Rarefaction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Vacuum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Crowded Particles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region of a sound wave where the air particles are crowded together is called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Rarefaction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Compression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Vacuum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Where the particles bunch up the air pressure is high — this is a compression. Where they spread apart the pressure is low — that is a rarefaction.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Astronauts Talk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astronauts in open space cannot hear each other speak directly because space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Too cold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vacuum with no medium to carry 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Too bright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Too far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Astronauts Talk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astronauts in open space cannot hear each other speak directly because space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Too cold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vacuum with no medium to carry sound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Too bright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Too far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Open space has almost no particles, so there is nothing to carry the vibrations of speech. The astronauts must use radio, which travels as electromagnetic waves needing no medium.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Direction of Vibration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longitudinal wave the particles of the medium vibrate: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right angles to the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Along the same direction the wave travels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circles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 at all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Direction of Vibration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a longitudinal wave the particles of the medium vibrate: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right angles to the wave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Along the same direction the wave travels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 circles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Not at 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longitudinal wave has its particle motion parallel to the direction of travel, producing compressions and rarefactions. Sound in air is exactly this kind of wave.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A4C93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Ear to the 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Putting an ear to a steel railway track lets us hear an approaching train sooner than through the air because sound travels: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Slower in steel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Faster in steel than in 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in 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Backwards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Ear to the 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Putting an ear to a steel railway track lets us hear an approaching train sooner than through the air because sound travels: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Slower in steel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Faster in steel than in 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Only in 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Backwards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Sound travels much faster through a solid like steel than through air, so the vibrations along the rail reach the ear before the sound carried by the air.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Sound on the 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 vibration sets the particles of matter dancing — passing the sound from one to the next, but never through empty 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