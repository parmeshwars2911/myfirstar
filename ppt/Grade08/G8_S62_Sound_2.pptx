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four wave quantities. Stress frequency (Hz) and that time period = 1/frequency.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Amplitude → loudness. Harder strike = bigger amplitude = louder. Loudness also depends on distance from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loudness (perceived) from intensity (energy/area). Decibel is the unit of loudness.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feel for the decibel scale with familiar examples. Sounds above about 85 dB for long periods can damage hearing.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→ frequency. Higher frequency = higher pitch. Thin/short/tight strings vibrate faster and sound shriller.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/ timbre distinguishes sources at the same pitch and loudness, because each has a different waveform. Lets us tell voices and instruments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Music = regular waveform (pleasant); noise = irregular (unpleasant). Monotone = single frequency. Mention noise pollution.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Audible range 20–20,000 Hz. Below = infrasonic, above = ultrasonic. Ultrasound has many practical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Noise pollution: causes and control. Tackle it at the source and by absorbing/blocking sound. Plant trees, use barriers.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 of the three characteristics — loudness, pitch, quality — plus music vs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Characteristics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Amplitude &amp; loudness  •  Frequency &amp; pitch  •  Quality  •  Noise vs music</a:t>
            </a:r>
          </a:p>
        </p:txBody>
      </p:sp>
      <p:pic>
        <p:nvPicPr>
          <p:cNvPr id="7" name="Picture 6" descr="g8snd_ch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amplitude, frequency, time period and wavelength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amplitude to the loudness of a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frequency to the pitch of a sound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quality (timbre) and why instruments sound different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a musical note from noise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everyday examples of the characteristics of 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Measuring a 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Amplitude, frequency, time period and wavelength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WAVE QUANTITIES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Quantities That Describe a Wave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The four key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Amplitude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greatest distance a particle moves from its rest position.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Frequency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number of vibrations made in one second, measured in hertz (Hz).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Time period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time taken for one complete vibration; it is 1 ÷ frequency.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Wavelength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distance covered by one complete wave.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AMPLITUDE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Amplitude Decides Loudness</a:t>
            </a:r>
          </a:p>
        </p:txBody>
      </p:sp>
      <p:pic>
        <p:nvPicPr>
          <p:cNvPr id="6" name="Picture 5" descr="g8snd_ch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2423160"/>
            <a:ext cx="585216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16575" y="522122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Loud and soft waves have the same pitch but different amplitude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Bigger swing = louder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bigger vibration carries more energy.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Larger amplitude means a louder sound.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Striking a drum harder makes a bigger vibration and a louder beat.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also falls off as we move away from the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Loudness and Intensity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Loudness is how loud a sound seems to our ears, while intensity is the sound energy actually arriving each second on a given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Greater amplitude → greater intensity → louder sound.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depends on intensity but also on how sensitive the listener's ear is.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is measured in a unit called the decibel (dB).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HOW LOUD?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Sound Levels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Whisper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soft rustle of about 10–20 dB, barely heard across a quiet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Normal talk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Ordinary conversation is around 60 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Busy 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City traffic reaches roughly 80–90 dB.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Jet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jet taking off is well over 120 dB — painfully loud and harmful.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Louder Drum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Hitting a drum harder makes a louder sound because it increases the vibration's: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Louder Drum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Hitting a drum harder makes a louder sound because it increases the vibration's: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harder strike makes the drum skin swing further from its rest position — a larger amplitude. More amplitude carries more energy, so the sound is louder. The pitch is unchanged.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vibrating body has a frequency of 50 Hz.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1/50 s = 0.02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 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vibrating body has a frequency of 50 Hz.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1/50 s = 0.02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100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Time period is the time for one vibration and equals 1 ÷ frequency. With 50 vibrations each second, one vibration takes 1/50 s, which is 0.02 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Same Note, Softer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sounds have the same pitch but one is much softer. The softer one has a smaller: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Same Note, Softer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sounds have the same pitch but one is much softer. The softer one has a smaller: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Same pitch means the same frequency. The difference in loudness must come from amplitude — the softer sound is made by a smaller vibration.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Unit of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is measured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Hertz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Decibel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Second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Unit of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is measured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Hertz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Decibel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Second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Loudness is measured in decibels (dB). Hertz measures frequency, not loudness. A whisper is a few decibels; a jet engine is well over a hundred.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Pitch, Quality &amp;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makes sounds high, low and different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Frequency Decides Pitch</a:t>
            </a:r>
          </a:p>
        </p:txBody>
      </p:sp>
      <p:pic>
        <p:nvPicPr>
          <p:cNvPr id="6" name="Picture 5" descr="g8snd_ch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2423160"/>
            <a:ext cx="585216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16575" y="522122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High and low pitch waves have the same amplitude but different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Faster vibration = higher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Pitch is how high or low a sound seems.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higher frequency gives a higher pitch.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thin, tight or short string vibrates faster and sounds shrill.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woman's voice is usually higher-pitched than a man's.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characteristic that lets us tell two sources apart, even at the same pitch and loudness.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differs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Each source adds its own mix of extra frequencies, giving a different wave shape.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Recognising 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Quality lets us know a friend's voice on the phone without seeing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Instruments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flute and a violin playing the same note still sound clearly different.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NOISE VS MUSIC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Musical Note and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Musical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pleasant sound with a regular, smooth pattern of vibrations.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unpleasant sound with an irregular, jumbled pattern.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Monotone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sound of a single unchanging frequency.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 pollution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Too much loud, unwanted sound that can harm hearing and health.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RANGE OF HEARING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Sounds We Can and Cannot Hear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20 Hz to 20,000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Audible range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healthy human ear hears from about 20 Hz to 20,000 Hz.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Infrasonic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Sounds below 20 Hz are too low for us — elephants use them to communicate.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Ultrasonic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Sounds above 20,000 Hz are too high for us — dogs and bats can hear them.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of ultrasound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Cleaning, medical scans and sonar all use ultrasonic sound.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NOISE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Noise Pollution and Its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Unwanted, excessive sound that disturbs and can harm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causes stress, poor sleep, and can damage hearing over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 the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Quieter machines, silencers on vehicles and bans on needless horns help.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Around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Trees, sound barriers and thick walls absorb and block unwanted sound.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Amplitude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decides loudness — bigger swing, louder sound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Frequency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decides pitch — faster vibration, higher pitch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Time period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time for one vibration = 1 / frequency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Quality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tells two sources apart at the same pitch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Loudness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measured in decibels; depends on intensity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Music vs noise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regular pattern vs irregular jumble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Characteristics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Two Flutes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flute and a violin play exactly the same note at the same loudness, yet we can still tell them apart because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Two Flutes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flute and a violin play exactly the same note at the same loudness, yet we can still tell them apart because they differ in: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Same note means same pitch; same loudness means same amplitude. The remaining difference is quality — each instrument produces a different waveform, so they sound distinct.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Higher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Tightening a guitar string and plucking it raises the pitch because the string now vibrates with a higher: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Higher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Tightening a guitar string and plucking it raises the pitch because the string now vibrates with a higher: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tighter string vibrates faster — more vibrations per second, a higher frequency. Since pitch rises with frequency, the note sounds higher.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Shrill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child's voice sounds shriller than an adult's mainly because the child's vocal cords vibrate at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Slower speed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Shrill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child's voice sounds shriller than an adult's mainly because the child's vocal cords vibrate at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 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Higher 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 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Slower 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Shrillness is high pitch, and pitch rises with frequency. A child's shorter, thinner vocal cords vibrate faster, giving a higher frequency and a shriller voice.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Jumbled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made of an irregular, jumbled pattern of vibrations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musical 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monotone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echo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Jumbled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made of an irregular, jumbled pattern of vibrations is best described 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musical 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monotone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 echo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Pleasant musical notes come from regular, repeating vibrations. An irregular, jumbled pattern is heard as noise, which is generally unpleasant.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100 Hz vs 200 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strings sound at 100 Hz and 200 Hz with equal amplitude. Compared with the 100 Hz string, the 200 Hz string sounds: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 in 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Softer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the same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100 Hz vs 200 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strings sound at 100 Hz and 200 Hz with equal amplitude. Compared with the 100 Hz string, the 200 Hz string sounds: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Higher in 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Softer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Exactly the same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Equal amplitude means equal loudness, so the difference is pitch. The 200 Hz string vibrates twice as fast, so it sounds higher in pitch than the 100 Hz string.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Colours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Amplitude sets how loud, frequency sets how high, and quality gives each voice and instrument its own signature.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