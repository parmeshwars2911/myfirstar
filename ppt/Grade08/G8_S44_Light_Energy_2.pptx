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the laws of reflection (i = r) and regular vs irregular reflection before moving to curved mirrors.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Plane-mirror image: virtual, erect, same size, as far behind, and laterally inverted. The AMBULANCE example sticks.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Concave caves in and converges; convex bulges and diverges. Anchor with real mirrors.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the terms and f = R/2. These feed the ray diagrams.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standard rays for mirror ray diagrams. Two rays fix the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(on a screen, inverted) vs virtual (behind the mirror, erect). The screen test is the clearest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Concave mirror images change with object position. Within F gives the magnified, erect (shaving-mirror)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Convex mirror: always virtual, erect, diminished, wide view — used for rear-view and security mirrors.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mirror to use: concave magnifies/focuses; convex gives a wide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f = R/2 and the concave image cases are the key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8 •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Spherical Mirrors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Concave &amp; convex mirrors  •  Focus &amp; focal length  •  Ray diagrams  •  Images &amp; uses</a:t>
            </a:r>
          </a:p>
        </p:txBody>
      </p:sp>
      <p:pic>
        <p:nvPicPr>
          <p:cNvPr id="7" name="Picture 6" descr="g8_mirror8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Identify concave and convex spherical mirrors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the terms used for spherical mirrors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rules for making ray diagrams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real from virtual images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images formed by a concave mirror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uses of a concave mirror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Reflection &amp; Spherical Mirrors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Bouncing light, and curved reflecting surfaces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LAWS OF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Reflection of 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irro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Reflection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bouncing back of light when it strikes a polished surface like a mirror.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o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First law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angle of incidence equals the angle of reflection (i = r).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oo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Second law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incident ray, reflected ray and the normal all lie in one plane.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ca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Regular vs irregular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Smooth surfaces reflect regularly (clear image); rough ones scatter light (diffuse).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PLANE MIRROR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Image in a Plane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Virtual &amp; erect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image cannot be caught on a screen and is the right way 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Same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is exactly as large as the object.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As far behind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image is as far behind the mirror as the object is in front.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Laterally inverted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Left and right are swapped — as in the word AMBULANCE on vehicles.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TWO KINDS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Kinds of Spherical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irro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Spherical mirror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mirror that is part of a hollow sphere.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e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Concave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Curves inward; it converges light (a converging mirror).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e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Convex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Bulges outward; it diverges light (a diverging mirror).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Everyday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Shaving mirrors are concave; vehicle mirrors are convex.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Terms for a Spherical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Pole, centre, focus, focal length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Pole (P)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centre of the mirror's surface.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Centre of curvature (C)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centre of the sphere the mirror is part of.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Principal focus (F)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where rays parallel to the axis meet (or appear to).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Focal length (f)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distance from the pole to the focus; f = R/2.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RAY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Rules for Making Ray Diagrams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a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Parallel ray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reflects through the focus 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a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Focal ray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ray through F reflects parallel to the axis.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a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Central-of-curvature ray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ray through C returns along itself.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a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Two rays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any two of these locate the image.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REAL VS VIRTUAL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Real and Virtual Images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a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Real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Formed where reflected rays actually meet; can be caught on a screen; inverted.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a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Virtual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Formed where rays appear to meet; cannot be caught on a screen; erect.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e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Concave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Can form real images, or a virtual one when the object is close.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e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Convex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Always forms a virtual, erect, diminished image.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Which Converges?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mirror that converges a parallel beam of light to a focus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convex mirror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concave mirror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plane mirror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Any mirror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Which Converges?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mirror that converges a parallel beam of light to a focus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convex mirror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concave mirror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plane mirror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Any mirror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concave mirror curves inward and brings parallel rays together at a real focus in front of it. A convex mirror spreads them out.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Focal Length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concave mirror has a radius of curvature of 30 cm. Its focal length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60 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30 cm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15 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 cm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Focal Length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concave mirror has a radius of curvature of 30 cm. Its focal length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60 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30 cm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15 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10 cm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 = R/2 = 30/2 = 15 cm. The focus lies halfway between the pole and the centre of curvature.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On a Screen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image that can be caught on a screen is always: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 and erect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 and inverted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Diminished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Behind the mirror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On a Screen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image that can be caught on a screen is always: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Virtual and erect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Real and inverted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Diminished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Behind the mirror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Only a real image is formed by rays that actually meet, so it can fall on a screen — and real images from a single mirror are inverted.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Centre Ray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ray passing through the centre of curvature of a concave mirror, after reflection: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Goes parallel to the axis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Returns along the same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Passes through the focus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not reflected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Centre Ray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ray passing through the centre of curvature of a concave mirror, after reflection: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Goes parallel to the axis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Returns along the same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Passes through the focus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not reflected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ray through C hits the mirror along the normal, so it reflects straight back on itself.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Parallel Ray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ray of light travelling parallel to the principal axis of a concave mirror, after reflection, passes through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Centre of curvature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Focus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Edge of the mirror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Parallel Ray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ray of light travelling parallel to the principal axis of a concave mirror, after reflection, passes through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Centre of curvature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Focus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Edge of the mirror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By the first ray rule, a ray parallel to the principal axis reflects off a concave mirror and passes through its principal focus F.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Concave-Mirror Images &amp; 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a concave mirror does, and where we use 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CONCAVE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Images in a Concave Mirror</a:t>
            </a:r>
          </a:p>
        </p:txBody>
      </p:sp>
      <p:pic>
        <p:nvPicPr>
          <p:cNvPr id="6" name="Picture 5" descr="g8li_conc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30352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Object beyond C → real, inverted, diminished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Depends on object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image depends on where the object is placed.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Object far away (beyond C): real, inverted and diminished.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Object between F and C: real, inverted and magnified.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Object closer than F: virtual, erect and magnified.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CONVEX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Images in a Convex Mirror</a:t>
            </a:r>
          </a:p>
        </p:txBody>
      </p:sp>
      <p:pic>
        <p:nvPicPr>
          <p:cNvPr id="6" name="Picture 5" descr="g8li_conv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2240280"/>
            <a:ext cx="530352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65215" y="540410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wide field of 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Always virtual, erect, diminished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convex mirror always forms the same kind of image.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image is virtual, erect and diminished.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lies behind the mirror.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Being small, it gives a wide field of view.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Uses of Concave (and Convex) Mirrors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irro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Shaving mirror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concave mirror gives a magnified, erect image of the 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a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Torch &amp; headlight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concave reflector throws a strong parallel beam.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irro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Dentist's mirror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concave mirror magnifies the teeth.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en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Convex — rear-view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Gives a wide, erect view of traffic behind.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Spherical mirrors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concave converges; convex diverges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Terms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pole, centre of curvature, focus, focal length (f = R/2)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Ray rules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parallel→F, through F→parallel, through C→back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Real vs virtual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on a screen &amp; inverted vs behind &amp; erect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Concave images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vary with position; magnified &amp; erect within F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Uses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shaving, headlights, dentist; convex for rear-view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Mirror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Shaving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 get a magnified, erect image of your face, you use a concave mirror with your face: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Beyond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Closer than the focus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the focus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Shaving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 get a magnified, erect image of your face, you use a concave mirror with your face: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Beyond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Closer than the focus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the focus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When the object is nearer than the focal length of a concave mirror, the image is virtual, erect and magnified — just what a shaving or make-up mirror needs.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Wide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convex mirror is used as a rear-view mirror because it gives an image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Magnified and inverted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Erect with a wide field of 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 and large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Upside down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Wide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convex mirror is used as a rear-view mirror because it gives an image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Magnified and inverted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Erect with a wide field of 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Real and large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Upside down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convex mirror always gives a small, erect image and covers a wide area, letting the driver see much more of the road behind at a glance.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Torch Beam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torch produces a parallel beam by placing its bulb at the concave reflector's: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Focus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Centre of curvature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Edge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Torch Beam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torch produces a parallel beam by placing its bulb at the concave reflector's: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Focus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Centre of curvature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Edge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source at the focus of a concave mirror reflects its rays parallel to the axis, giving the strong straight beam a torch needs.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Always Smaller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mirror that always gives an erect, diminished image whatever the object distance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Concave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None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Always Smaller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mirror that always gives an erect, diminished image whatever the object distance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Concave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Convex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Only a convex mirror forms an image that is always erect AND smaller for every object position. A plane mirror keeps the same size; a concave mirror can magnify or invert.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Object at 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object at the centre of curvature of a concave mirror gives an image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 and erect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Real, inverted and the same size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Diminished and erect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infinity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Object at 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object at the centre of curvature of a concave mirror gives an image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Virtual and erect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Real, inverted and the same size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Diminished and erect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infinity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With the object at C, a concave mirror forms a real, inverted image of the same size, also located at C.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Mirrors That Shape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Concave mirrors gather light to a point; convex mirrors widen the view — curved glass put to clever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