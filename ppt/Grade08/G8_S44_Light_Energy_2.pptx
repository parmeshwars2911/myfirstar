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previewing these objectives so students know what they should be able to do by the end of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Concave caves in and converges; convex bulges and diverges. Anchor with real mirrors.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Define the terms and f = R/2. These feed the ray diagrams.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standard rays for mirror ray diagrams. Two rays fix the image.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Real (on a screen, inverted) vs virtual (behind the mirror, erect). The screen test is the clearest distinction.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Concave mirror images change with object position. Within F gives the magnified, erect (shaving-mirror) image.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Convex mirror: always virtual, erect, diminished, wide view — used for rear-view and security mirrors.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Match mirror to use: concave magnifies/focuses; convex gives a wide 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Rapid recap; f = R/2 and the concave image cases are the key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ICSE • CLASS 8 • LIGHT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8046720" cy="17373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5000" b="1" i="0">
                <a:solidFill>
                  <a:srgbClr val="FFFFFF"/>
                </a:solidFill>
                <a:latin typeface="Calibri"/>
              </a:rPr>
              <a:t>Spherical Mirrors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8046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Concave &amp; convex mirrors  •  Focus &amp; focal length  •  Ray diagrams  •  Images &amp; uses</a:t>
            </a:r>
          </a:p>
        </p:txBody>
      </p:sp>
      <p:pic>
        <p:nvPicPr>
          <p:cNvPr id="7" name="Picture 6" descr="g8_mirror8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103120"/>
            <a:ext cx="265176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2167127"/>
            <a:ext cx="457200" cy="45720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Identify concave and convex spherical mirrors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46520" y="2167127"/>
            <a:ext cx="457200" cy="45720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Define the terms used for spherical mirrors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3474719"/>
            <a:ext cx="457200" cy="45720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State the rules for making ray diagrams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46520" y="3474719"/>
            <a:ext cx="457200" cy="45720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Distinguish real from virtual images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4400" y="478231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Describe images formed by a concave mirror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782312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State the uses of a concave mirror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Spherical Mirrors &amp; Ray Rules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Curved reflecting surfaces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TWO KINDS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Kinds of Spherical Mirror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irror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Spherical mirror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mirror that is part of a hollow sphere.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en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Concave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Curves inward; it converges light (a converging mirror).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len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Convex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Bulges outward; it diverges light (a diverging mirror).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Everyday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Shaving mirrors are concave; vehicle mirrors are convex.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TERMS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Terms for a Spherical Mirror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Pole, centre, focus, focal length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Pole (P)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the centre of the mirror's surface.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Centre of curvature (C)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the centre of the sphere the mirror is part of.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Principal focus (F)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where rays parallel to the axis meet (or appear to).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Focal length (f)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the distance from the pole to the focus; f = R/2.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RAY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Rules for Making Ray Diagrams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ay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Parallel ray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reflects through the focus F.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ray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Focal ray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ray through F reflects parallel to the axis.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ray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Central-of-curvature ray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ray through C returns along itself.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ray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Two rays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any two of these locate the image.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REAL VS VIRTUAL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Real and Virtual Images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ay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Real image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Formed where reflected rays actually meet; can be caught on a screen; inverted.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ray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Virtual image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Formed where rays appear to meet; cannot be caught on a screen; erect.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len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Concave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Can form real images, or a virtual one when the object is close.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len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Convex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Always forms a virtual, erect, diminished image.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Check Your Understanding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5 questions  •  think before the answer reveals on the next slide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Which Converges?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mirror that converges a parallel beam of light to a focus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convex mirror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concave mirror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plane mirror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Any mirror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Which Converges?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mirror that converges a parallel beam of light to a focus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 convex mirror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A concave mirror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 plane mirror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Any mirror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 concave mirror curves inward and brings parallel rays together at a real focus in front of it. A convex mirror spreads them out.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Focal Length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concave mirror has a radius of curvature of 30 cm. Its focal length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60 cm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30 cm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15 cm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10 cm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Focal Length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concave mirror has a radius of curvature of 30 cm. Its focal length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60 cm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30 cm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15 cm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10 cm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f = R/2 = 30/2 = 15 cm. The focus lies halfway between the pole and the centre of curvature.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On a Screen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An image that can be caught on a screen is always: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Virtual and erect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Real and inverted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Diminished only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Behind the mirror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On a Screen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An image that can be caught on a screen is always: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Virtual and erect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Real and inverted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Diminished only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Behind the mirror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Only a real image is formed by rays that actually meet, so it can fall on a screen — and real images from a single mirror are inverted.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Centre Ray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ray passing through the centre of curvature of a concave mirror, after reflection: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Goes parallel to the axis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Returns along the same path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Passes through the focus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Is not reflected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Centre Ray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ray passing through the centre of curvature of a concave mirror, after reflection: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Goes parallel to the axis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Returns along the same path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Passes through the focus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Is not reflected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 ray through C hits the mirror along the normal, so it reflects straight back on itself.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Parallel Ray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ray of light travelling parallel to the principal axis of a concave mirror, after reflection, passes through the: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Pole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Centre of curvature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Focus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Edge of the mirror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Parallel Ray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ray of light travelling parallel to the principal axis of a concave mirror, after reflection, passes through the: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Pole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Centre of curvature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Focus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Edge of the mirror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By the first ray rule, a ray parallel to the principal axis reflects off a concave mirror and passes through its principal focus F.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Concave-Mirror Images &amp; Uses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What a concave mirror does, and where we use it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CONCAVE IMAGES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Images in a Concave Mirror</a:t>
            </a:r>
          </a:p>
        </p:txBody>
      </p:sp>
      <p:pic>
        <p:nvPicPr>
          <p:cNvPr id="6" name="Picture 5" descr="g8li_conca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48839"/>
            <a:ext cx="5303520" cy="3291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495543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Object beyond C → real, inverted, diminished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19495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Depends on object position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19495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image depends on where the object is placed.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Object far away (beyond C): real, inverted and diminished.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Object between F and C: real, inverted and magnified.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Object closer than F: virtual, erect and magnified.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CONVEX IMAGES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Images in a Convex Mirror</a:t>
            </a:r>
          </a:p>
        </p:txBody>
      </p:sp>
      <p:pic>
        <p:nvPicPr>
          <p:cNvPr id="6" name="Picture 5" descr="g8li_conv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5215" y="2240280"/>
            <a:ext cx="530352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65215" y="5404103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A wide field of view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Always virtual, erect, diminished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convex mirror always forms the same kind of image.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image is virtual, erect and diminished.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It lies behind the mirror.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Being small, it gives a wide field of view.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USES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Uses of Concave (and Convex) Mirrors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irror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Shaving mirror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concave mirror gives a magnified, erect image of the face.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ray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Torch &amp; headlight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concave reflector throws a strong parallel beam.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mirror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Dentist's mirror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concave mirror magnifies the teeth.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len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Convex — rear-view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Gives a wide, erect view of traffic behind.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WRAP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Quick Recap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058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Spherical mirrors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concave converges; convex diverges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Terms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pole, centre of curvature, focus, focal length (f = R/2)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Ray rules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parallel→F, through F→parallel, through C→back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Real vs virtual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on a screen &amp; inverted vs behind &amp; erect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Concave images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vary with position; magnified &amp; erect within F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Uses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shaving, headlights, dentist; convex for rear-view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Final Check — Mirror Images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5 questions  •  think before the answer reveals on the next slide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Shaving Mirror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To get a magnified, erect image of your face, you use a concave mirror with your face: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Beyond 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At 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Closer than the focus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At the focus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Shaving Mirror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To get a magnified, erect image of your face, you use a concave mirror with your face: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Beyond 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At 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Closer than the focus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At the focus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When the object is nearer than the focal length of a concave mirror, the image is virtual, erect and magnified — just what a shaving or make-up mirror needs.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Wide View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convex mirror is used as a rear-view mirror because it gives an image that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Magnified and inverted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Erect with a wide field of view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Real and large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Upside down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Wide View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convex mirror is used as a rear-view mirror because it gives an image that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Magnified and inverted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Erect with a wide field of view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Real and large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Upside down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 convex mirror always gives a small, erect image and covers a wide area, letting the driver see much more of the road behind at a glance.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Torch Beam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torch produces a parallel beam by placing its bulb at the concave reflector's: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Pole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Focus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Centre of curvature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Edge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Torch Beam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torch produces a parallel beam by placing its bulb at the concave reflector's: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Pole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Focus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Centre of curvature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Edge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 source at the focus of a concave mirror reflects its rays parallel to the axis, giving the strong straight beam a torch needs.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Always Smaller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mirror that always gives an erect, diminished image whatever the object distance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Plane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Concave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Convex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None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Always Smaller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mirror that always gives an erect, diminished image whatever the object distance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Plane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Concave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Convex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None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Only a convex mirror forms an image that is always erect AND smaller for every object position. A plane mirror keeps the same size; a concave mirror can magnify or invert.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Object at 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An object at the centre of curvature of a concave mirror gives an image that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Virtual and erect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Real, inverted and the same size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Diminished and erect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At infinity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Object at 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An object at the centre of curvature of a concave mirror gives an image that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Virtual and erect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Real, inverted and the same size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Diminished and erect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At infinity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With the object at C, a concave mirror forms a real, inverted image of the same size, also located at C.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Mirrors That Shape Light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Concave mirrors gather light to a point; convex mirrors widen the view — curved glass put to clever use.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